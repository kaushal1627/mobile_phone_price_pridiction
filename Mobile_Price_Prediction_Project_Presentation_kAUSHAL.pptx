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0" r:id="rId10"/>
    <p:sldId id="261" r:id="rId11"/>
    <p:sldId id="262" r:id="rId12"/>
    <p:sldId id="273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0CCD0F-5BDF-4DD8-90C0-BD1565D42B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7AE79649-ECA6-410C-9480-6CE7584536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Understand key features affecting mobile prices</a:t>
          </a:r>
        </a:p>
      </dgm:t>
    </dgm:pt>
    <dgm:pt modelId="{A3FF9BB0-CE05-4EA0-A6D7-EB5742B218C1}" type="parTrans" cxnId="{85C1FAD5-A47C-47D7-B569-84D2737A688C}">
      <dgm:prSet/>
      <dgm:spPr/>
      <dgm:t>
        <a:bodyPr/>
        <a:lstStyle/>
        <a:p>
          <a:endParaRPr lang="en-US"/>
        </a:p>
      </dgm:t>
    </dgm:pt>
    <dgm:pt modelId="{8EB92C79-A864-4E44-B07C-4DD55841804E}" type="sibTrans" cxnId="{85C1FAD5-A47C-47D7-B569-84D2737A688C}">
      <dgm:prSet/>
      <dgm:spPr/>
      <dgm:t>
        <a:bodyPr/>
        <a:lstStyle/>
        <a:p>
          <a:endParaRPr lang="en-US"/>
        </a:p>
      </dgm:t>
    </dgm:pt>
    <dgm:pt modelId="{3C9C8321-F6D7-4538-8D9F-96237E00AA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Perform feature extraction analysis</a:t>
          </a:r>
        </a:p>
      </dgm:t>
    </dgm:pt>
    <dgm:pt modelId="{1E8A2187-BF88-47C4-A845-EC904FDCDA09}" type="parTrans" cxnId="{1FB3A72E-63E3-465F-9E6A-CF4B16915701}">
      <dgm:prSet/>
      <dgm:spPr/>
      <dgm:t>
        <a:bodyPr/>
        <a:lstStyle/>
        <a:p>
          <a:endParaRPr lang="en-US"/>
        </a:p>
      </dgm:t>
    </dgm:pt>
    <dgm:pt modelId="{B41145F2-E26C-42E6-A2A8-FD063ECD4300}" type="sibTrans" cxnId="{1FB3A72E-63E3-465F-9E6A-CF4B16915701}">
      <dgm:prSet/>
      <dgm:spPr/>
      <dgm:t>
        <a:bodyPr/>
        <a:lstStyle/>
        <a:p>
          <a:endParaRPr lang="en-US"/>
        </a:p>
      </dgm:t>
    </dgm:pt>
    <dgm:pt modelId="{CE104DE8-1911-4F8E-8CEB-2BCBA454E6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Build machine learning model for price prediction</a:t>
          </a:r>
        </a:p>
      </dgm:t>
    </dgm:pt>
    <dgm:pt modelId="{F345A99E-C0E4-4EB1-88C2-735A6F0AC4A8}" type="parTrans" cxnId="{30675014-6061-4A60-B015-5AC7B74FA4F8}">
      <dgm:prSet/>
      <dgm:spPr/>
      <dgm:t>
        <a:bodyPr/>
        <a:lstStyle/>
        <a:p>
          <a:endParaRPr lang="en-US"/>
        </a:p>
      </dgm:t>
    </dgm:pt>
    <dgm:pt modelId="{7ECF48CD-17A7-46F8-85FA-10E9F6D9263F}" type="sibTrans" cxnId="{30675014-6061-4A60-B015-5AC7B74FA4F8}">
      <dgm:prSet/>
      <dgm:spPr/>
      <dgm:t>
        <a:bodyPr/>
        <a:lstStyle/>
        <a:p>
          <a:endParaRPr lang="en-US"/>
        </a:p>
      </dgm:t>
    </dgm:pt>
    <dgm:pt modelId="{C1A2F071-1FD1-4FE3-AFAE-0B568923B1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Provide pricing strategy recommendations</a:t>
          </a:r>
        </a:p>
      </dgm:t>
    </dgm:pt>
    <dgm:pt modelId="{0FF220AF-D2CB-4DEF-815F-EBDF3FA006BA}" type="parTrans" cxnId="{341D29E1-56F2-4C08-83AC-82EC6D077ED5}">
      <dgm:prSet/>
      <dgm:spPr/>
      <dgm:t>
        <a:bodyPr/>
        <a:lstStyle/>
        <a:p>
          <a:endParaRPr lang="en-US"/>
        </a:p>
      </dgm:t>
    </dgm:pt>
    <dgm:pt modelId="{AC0D46AB-7E60-48AF-AEF3-110F4AAA8562}" type="sibTrans" cxnId="{341D29E1-56F2-4C08-83AC-82EC6D077ED5}">
      <dgm:prSet/>
      <dgm:spPr/>
      <dgm:t>
        <a:bodyPr/>
        <a:lstStyle/>
        <a:p>
          <a:endParaRPr lang="en-US"/>
        </a:p>
      </dgm:t>
    </dgm:pt>
    <dgm:pt modelId="{9CAEF705-B2E2-4E24-BB39-4500DBF5DC58}" type="pres">
      <dgm:prSet presAssocID="{650CCD0F-5BDF-4DD8-90C0-BD1565D42B69}" presName="root" presStyleCnt="0">
        <dgm:presLayoutVars>
          <dgm:dir/>
          <dgm:resizeHandles val="exact"/>
        </dgm:presLayoutVars>
      </dgm:prSet>
      <dgm:spPr/>
    </dgm:pt>
    <dgm:pt modelId="{36415663-BFAC-4119-B810-93CB0AA54F73}" type="pres">
      <dgm:prSet presAssocID="{7AE79649-ECA6-410C-9480-6CE7584536E1}" presName="compNode" presStyleCnt="0"/>
      <dgm:spPr/>
    </dgm:pt>
    <dgm:pt modelId="{94A9B487-30FB-4AAE-8BF4-F1870CB45441}" type="pres">
      <dgm:prSet presAssocID="{7AE79649-ECA6-410C-9480-6CE7584536E1}" presName="iconBgRect" presStyleLbl="bgShp" presStyleIdx="0" presStyleCnt="4"/>
      <dgm:spPr/>
    </dgm:pt>
    <dgm:pt modelId="{69BC42B3-E08C-4212-B550-3EDEA20E9827}" type="pres">
      <dgm:prSet presAssocID="{7AE79649-ECA6-410C-9480-6CE7584536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2868D75-4634-4D61-A111-FA638E0473FC}" type="pres">
      <dgm:prSet presAssocID="{7AE79649-ECA6-410C-9480-6CE7584536E1}" presName="spaceRect" presStyleCnt="0"/>
      <dgm:spPr/>
    </dgm:pt>
    <dgm:pt modelId="{E0FB8C37-70C5-4259-9BCC-9E61C3687040}" type="pres">
      <dgm:prSet presAssocID="{7AE79649-ECA6-410C-9480-6CE7584536E1}" presName="textRect" presStyleLbl="revTx" presStyleIdx="0" presStyleCnt="4">
        <dgm:presLayoutVars>
          <dgm:chMax val="1"/>
          <dgm:chPref val="1"/>
        </dgm:presLayoutVars>
      </dgm:prSet>
      <dgm:spPr/>
    </dgm:pt>
    <dgm:pt modelId="{0A540721-7DA2-4E38-A491-0900666C89EF}" type="pres">
      <dgm:prSet presAssocID="{8EB92C79-A864-4E44-B07C-4DD55841804E}" presName="sibTrans" presStyleCnt="0"/>
      <dgm:spPr/>
    </dgm:pt>
    <dgm:pt modelId="{8379AC54-1933-4B9F-9EE6-4E125FDED82E}" type="pres">
      <dgm:prSet presAssocID="{3C9C8321-F6D7-4538-8D9F-96237E00AAA9}" presName="compNode" presStyleCnt="0"/>
      <dgm:spPr/>
    </dgm:pt>
    <dgm:pt modelId="{91BBCEE4-C334-4F01-98BD-173B1B2082F6}" type="pres">
      <dgm:prSet presAssocID="{3C9C8321-F6D7-4538-8D9F-96237E00AAA9}" presName="iconBgRect" presStyleLbl="bgShp" presStyleIdx="1" presStyleCnt="4"/>
      <dgm:spPr/>
    </dgm:pt>
    <dgm:pt modelId="{E6F50436-FDCC-4420-A901-6311A4A5BB28}" type="pres">
      <dgm:prSet presAssocID="{3C9C8321-F6D7-4538-8D9F-96237E00AA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86513FD-CD1F-4A87-9DCB-9CEE91A57536}" type="pres">
      <dgm:prSet presAssocID="{3C9C8321-F6D7-4538-8D9F-96237E00AAA9}" presName="spaceRect" presStyleCnt="0"/>
      <dgm:spPr/>
    </dgm:pt>
    <dgm:pt modelId="{5030D0D7-765A-48EE-B91A-18DFB134034C}" type="pres">
      <dgm:prSet presAssocID="{3C9C8321-F6D7-4538-8D9F-96237E00AAA9}" presName="textRect" presStyleLbl="revTx" presStyleIdx="1" presStyleCnt="4">
        <dgm:presLayoutVars>
          <dgm:chMax val="1"/>
          <dgm:chPref val="1"/>
        </dgm:presLayoutVars>
      </dgm:prSet>
      <dgm:spPr/>
    </dgm:pt>
    <dgm:pt modelId="{2E8714EF-9A5A-44AF-ABCA-E71FF20401CC}" type="pres">
      <dgm:prSet presAssocID="{B41145F2-E26C-42E6-A2A8-FD063ECD4300}" presName="sibTrans" presStyleCnt="0"/>
      <dgm:spPr/>
    </dgm:pt>
    <dgm:pt modelId="{745A2932-4C64-479C-A463-BBDCA97C87C6}" type="pres">
      <dgm:prSet presAssocID="{CE104DE8-1911-4F8E-8CEB-2BCBA454E670}" presName="compNode" presStyleCnt="0"/>
      <dgm:spPr/>
    </dgm:pt>
    <dgm:pt modelId="{D7824D36-3625-4C63-9F50-C575C85854FE}" type="pres">
      <dgm:prSet presAssocID="{CE104DE8-1911-4F8E-8CEB-2BCBA454E670}" presName="iconBgRect" presStyleLbl="bgShp" presStyleIdx="2" presStyleCnt="4"/>
      <dgm:spPr/>
    </dgm:pt>
    <dgm:pt modelId="{5742513A-3D43-4AF7-8039-A320733E6592}" type="pres">
      <dgm:prSet presAssocID="{CE104DE8-1911-4F8E-8CEB-2BCBA454E6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F79F871-AFE1-45CC-ADC2-171E1751C81F}" type="pres">
      <dgm:prSet presAssocID="{CE104DE8-1911-4F8E-8CEB-2BCBA454E670}" presName="spaceRect" presStyleCnt="0"/>
      <dgm:spPr/>
    </dgm:pt>
    <dgm:pt modelId="{464D586B-EA6F-4E29-812F-C0F81662E5B1}" type="pres">
      <dgm:prSet presAssocID="{CE104DE8-1911-4F8E-8CEB-2BCBA454E670}" presName="textRect" presStyleLbl="revTx" presStyleIdx="2" presStyleCnt="4">
        <dgm:presLayoutVars>
          <dgm:chMax val="1"/>
          <dgm:chPref val="1"/>
        </dgm:presLayoutVars>
      </dgm:prSet>
      <dgm:spPr/>
    </dgm:pt>
    <dgm:pt modelId="{D77F2BB6-8137-4D40-84A2-7C460DDDEC5F}" type="pres">
      <dgm:prSet presAssocID="{7ECF48CD-17A7-46F8-85FA-10E9F6D9263F}" presName="sibTrans" presStyleCnt="0"/>
      <dgm:spPr/>
    </dgm:pt>
    <dgm:pt modelId="{3634DAFD-2686-49AD-91C8-4540EC9A93B2}" type="pres">
      <dgm:prSet presAssocID="{C1A2F071-1FD1-4FE3-AFAE-0B568923B1A9}" presName="compNode" presStyleCnt="0"/>
      <dgm:spPr/>
    </dgm:pt>
    <dgm:pt modelId="{74AC3D51-4AD4-4837-94D8-3D8D07E17556}" type="pres">
      <dgm:prSet presAssocID="{C1A2F071-1FD1-4FE3-AFAE-0B568923B1A9}" presName="iconBgRect" presStyleLbl="bgShp" presStyleIdx="3" presStyleCnt="4"/>
      <dgm:spPr/>
    </dgm:pt>
    <dgm:pt modelId="{455EE923-D8BE-41DB-BC31-36435EF2FC13}" type="pres">
      <dgm:prSet presAssocID="{C1A2F071-1FD1-4FE3-AFAE-0B568923B1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07CABC-97E1-48B8-8C1A-C6C2D7E57872}" type="pres">
      <dgm:prSet presAssocID="{C1A2F071-1FD1-4FE3-AFAE-0B568923B1A9}" presName="spaceRect" presStyleCnt="0"/>
      <dgm:spPr/>
    </dgm:pt>
    <dgm:pt modelId="{AFFCE929-39A7-498F-A00C-66ED6C3A4C81}" type="pres">
      <dgm:prSet presAssocID="{C1A2F071-1FD1-4FE3-AFAE-0B568923B1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675014-6061-4A60-B015-5AC7B74FA4F8}" srcId="{650CCD0F-5BDF-4DD8-90C0-BD1565D42B69}" destId="{CE104DE8-1911-4F8E-8CEB-2BCBA454E670}" srcOrd="2" destOrd="0" parTransId="{F345A99E-C0E4-4EB1-88C2-735A6F0AC4A8}" sibTransId="{7ECF48CD-17A7-46F8-85FA-10E9F6D9263F}"/>
    <dgm:cxn modelId="{1FB3A72E-63E3-465F-9E6A-CF4B16915701}" srcId="{650CCD0F-5BDF-4DD8-90C0-BD1565D42B69}" destId="{3C9C8321-F6D7-4538-8D9F-96237E00AAA9}" srcOrd="1" destOrd="0" parTransId="{1E8A2187-BF88-47C4-A845-EC904FDCDA09}" sibTransId="{B41145F2-E26C-42E6-A2A8-FD063ECD4300}"/>
    <dgm:cxn modelId="{0110C43E-5724-484A-868A-8EFE85CD587C}" type="presOf" srcId="{7AE79649-ECA6-410C-9480-6CE7584536E1}" destId="{E0FB8C37-70C5-4259-9BCC-9E61C3687040}" srcOrd="0" destOrd="0" presId="urn:microsoft.com/office/officeart/2018/5/layout/IconCircleLabelList"/>
    <dgm:cxn modelId="{0118224D-E05B-4B67-944B-376B45E89995}" type="presOf" srcId="{CE104DE8-1911-4F8E-8CEB-2BCBA454E670}" destId="{464D586B-EA6F-4E29-812F-C0F81662E5B1}" srcOrd="0" destOrd="0" presId="urn:microsoft.com/office/officeart/2018/5/layout/IconCircleLabelList"/>
    <dgm:cxn modelId="{D7CF3B8A-51F8-4DA1-9551-B81AD2167FF1}" type="presOf" srcId="{650CCD0F-5BDF-4DD8-90C0-BD1565D42B69}" destId="{9CAEF705-B2E2-4E24-BB39-4500DBF5DC58}" srcOrd="0" destOrd="0" presId="urn:microsoft.com/office/officeart/2018/5/layout/IconCircleLabelList"/>
    <dgm:cxn modelId="{6522A396-5783-4A14-99EE-CF6AC634FBB0}" type="presOf" srcId="{3C9C8321-F6D7-4538-8D9F-96237E00AAA9}" destId="{5030D0D7-765A-48EE-B91A-18DFB134034C}" srcOrd="0" destOrd="0" presId="urn:microsoft.com/office/officeart/2018/5/layout/IconCircleLabelList"/>
    <dgm:cxn modelId="{85C1FAD5-A47C-47D7-B569-84D2737A688C}" srcId="{650CCD0F-5BDF-4DD8-90C0-BD1565D42B69}" destId="{7AE79649-ECA6-410C-9480-6CE7584536E1}" srcOrd="0" destOrd="0" parTransId="{A3FF9BB0-CE05-4EA0-A6D7-EB5742B218C1}" sibTransId="{8EB92C79-A864-4E44-B07C-4DD55841804E}"/>
    <dgm:cxn modelId="{341D29E1-56F2-4C08-83AC-82EC6D077ED5}" srcId="{650CCD0F-5BDF-4DD8-90C0-BD1565D42B69}" destId="{C1A2F071-1FD1-4FE3-AFAE-0B568923B1A9}" srcOrd="3" destOrd="0" parTransId="{0FF220AF-D2CB-4DEF-815F-EBDF3FA006BA}" sibTransId="{AC0D46AB-7E60-48AF-AEF3-110F4AAA8562}"/>
    <dgm:cxn modelId="{B52FB6EE-DA0E-4420-839F-C9AEA9D6D3C0}" type="presOf" srcId="{C1A2F071-1FD1-4FE3-AFAE-0B568923B1A9}" destId="{AFFCE929-39A7-498F-A00C-66ED6C3A4C81}" srcOrd="0" destOrd="0" presId="urn:microsoft.com/office/officeart/2018/5/layout/IconCircleLabelList"/>
    <dgm:cxn modelId="{E578DC40-30C9-4374-BA04-590EB134E86B}" type="presParOf" srcId="{9CAEF705-B2E2-4E24-BB39-4500DBF5DC58}" destId="{36415663-BFAC-4119-B810-93CB0AA54F73}" srcOrd="0" destOrd="0" presId="urn:microsoft.com/office/officeart/2018/5/layout/IconCircleLabelList"/>
    <dgm:cxn modelId="{7E245C04-F01E-4144-8442-1AB8BDC32A28}" type="presParOf" srcId="{36415663-BFAC-4119-B810-93CB0AA54F73}" destId="{94A9B487-30FB-4AAE-8BF4-F1870CB45441}" srcOrd="0" destOrd="0" presId="urn:microsoft.com/office/officeart/2018/5/layout/IconCircleLabelList"/>
    <dgm:cxn modelId="{3580336C-2B97-498B-A415-0E622DD213E1}" type="presParOf" srcId="{36415663-BFAC-4119-B810-93CB0AA54F73}" destId="{69BC42B3-E08C-4212-B550-3EDEA20E9827}" srcOrd="1" destOrd="0" presId="urn:microsoft.com/office/officeart/2018/5/layout/IconCircleLabelList"/>
    <dgm:cxn modelId="{FDAB13A6-2BC9-46A0-85EA-58F072AD2374}" type="presParOf" srcId="{36415663-BFAC-4119-B810-93CB0AA54F73}" destId="{52868D75-4634-4D61-A111-FA638E0473FC}" srcOrd="2" destOrd="0" presId="urn:microsoft.com/office/officeart/2018/5/layout/IconCircleLabelList"/>
    <dgm:cxn modelId="{C5C9D268-B80D-4F29-B7D2-F32EBC32A7AA}" type="presParOf" srcId="{36415663-BFAC-4119-B810-93CB0AA54F73}" destId="{E0FB8C37-70C5-4259-9BCC-9E61C3687040}" srcOrd="3" destOrd="0" presId="urn:microsoft.com/office/officeart/2018/5/layout/IconCircleLabelList"/>
    <dgm:cxn modelId="{F109F6B9-CA83-4760-A3C2-AC4C56CF7E60}" type="presParOf" srcId="{9CAEF705-B2E2-4E24-BB39-4500DBF5DC58}" destId="{0A540721-7DA2-4E38-A491-0900666C89EF}" srcOrd="1" destOrd="0" presId="urn:microsoft.com/office/officeart/2018/5/layout/IconCircleLabelList"/>
    <dgm:cxn modelId="{C7FBBA2E-C236-4D86-AE1C-07A38D410C9D}" type="presParOf" srcId="{9CAEF705-B2E2-4E24-BB39-4500DBF5DC58}" destId="{8379AC54-1933-4B9F-9EE6-4E125FDED82E}" srcOrd="2" destOrd="0" presId="urn:microsoft.com/office/officeart/2018/5/layout/IconCircleLabelList"/>
    <dgm:cxn modelId="{D8A0BA25-0570-4811-ACF1-5EF033618F38}" type="presParOf" srcId="{8379AC54-1933-4B9F-9EE6-4E125FDED82E}" destId="{91BBCEE4-C334-4F01-98BD-173B1B2082F6}" srcOrd="0" destOrd="0" presId="urn:microsoft.com/office/officeart/2018/5/layout/IconCircleLabelList"/>
    <dgm:cxn modelId="{7A1B5F4E-FA44-4169-9050-EFDD8BE57B57}" type="presParOf" srcId="{8379AC54-1933-4B9F-9EE6-4E125FDED82E}" destId="{E6F50436-FDCC-4420-A901-6311A4A5BB28}" srcOrd="1" destOrd="0" presId="urn:microsoft.com/office/officeart/2018/5/layout/IconCircleLabelList"/>
    <dgm:cxn modelId="{A5CF6298-D041-45BF-8AA2-41AF13CAACE2}" type="presParOf" srcId="{8379AC54-1933-4B9F-9EE6-4E125FDED82E}" destId="{086513FD-CD1F-4A87-9DCB-9CEE91A57536}" srcOrd="2" destOrd="0" presId="urn:microsoft.com/office/officeart/2018/5/layout/IconCircleLabelList"/>
    <dgm:cxn modelId="{64E68A89-70D4-46AA-991F-0C35B00B0803}" type="presParOf" srcId="{8379AC54-1933-4B9F-9EE6-4E125FDED82E}" destId="{5030D0D7-765A-48EE-B91A-18DFB134034C}" srcOrd="3" destOrd="0" presId="urn:microsoft.com/office/officeart/2018/5/layout/IconCircleLabelList"/>
    <dgm:cxn modelId="{CF1FA23F-F0AF-4CEF-9D8E-687BDC4C779D}" type="presParOf" srcId="{9CAEF705-B2E2-4E24-BB39-4500DBF5DC58}" destId="{2E8714EF-9A5A-44AF-ABCA-E71FF20401CC}" srcOrd="3" destOrd="0" presId="urn:microsoft.com/office/officeart/2018/5/layout/IconCircleLabelList"/>
    <dgm:cxn modelId="{813C0296-FA5B-4723-A054-CA1D10AE5068}" type="presParOf" srcId="{9CAEF705-B2E2-4E24-BB39-4500DBF5DC58}" destId="{745A2932-4C64-479C-A463-BBDCA97C87C6}" srcOrd="4" destOrd="0" presId="urn:microsoft.com/office/officeart/2018/5/layout/IconCircleLabelList"/>
    <dgm:cxn modelId="{BB2CD2FA-F671-42C1-8ED5-AE54C069CD8B}" type="presParOf" srcId="{745A2932-4C64-479C-A463-BBDCA97C87C6}" destId="{D7824D36-3625-4C63-9F50-C575C85854FE}" srcOrd="0" destOrd="0" presId="urn:microsoft.com/office/officeart/2018/5/layout/IconCircleLabelList"/>
    <dgm:cxn modelId="{4C15AB2B-C01B-496F-AB10-FF58A42A206A}" type="presParOf" srcId="{745A2932-4C64-479C-A463-BBDCA97C87C6}" destId="{5742513A-3D43-4AF7-8039-A320733E6592}" srcOrd="1" destOrd="0" presId="urn:microsoft.com/office/officeart/2018/5/layout/IconCircleLabelList"/>
    <dgm:cxn modelId="{4A1EC5D6-968F-421A-9B46-5DB515FA04B0}" type="presParOf" srcId="{745A2932-4C64-479C-A463-BBDCA97C87C6}" destId="{4F79F871-AFE1-45CC-ADC2-171E1751C81F}" srcOrd="2" destOrd="0" presId="urn:microsoft.com/office/officeart/2018/5/layout/IconCircleLabelList"/>
    <dgm:cxn modelId="{1F39F20D-C310-4C96-BAE7-10B79112A80D}" type="presParOf" srcId="{745A2932-4C64-479C-A463-BBDCA97C87C6}" destId="{464D586B-EA6F-4E29-812F-C0F81662E5B1}" srcOrd="3" destOrd="0" presId="urn:microsoft.com/office/officeart/2018/5/layout/IconCircleLabelList"/>
    <dgm:cxn modelId="{00E5C267-31EF-4BA2-8C6A-AAD504C5B823}" type="presParOf" srcId="{9CAEF705-B2E2-4E24-BB39-4500DBF5DC58}" destId="{D77F2BB6-8137-4D40-84A2-7C460DDDEC5F}" srcOrd="5" destOrd="0" presId="urn:microsoft.com/office/officeart/2018/5/layout/IconCircleLabelList"/>
    <dgm:cxn modelId="{0E940041-AAA6-4893-B73D-7EF7E88A73B1}" type="presParOf" srcId="{9CAEF705-B2E2-4E24-BB39-4500DBF5DC58}" destId="{3634DAFD-2686-49AD-91C8-4540EC9A93B2}" srcOrd="6" destOrd="0" presId="urn:microsoft.com/office/officeart/2018/5/layout/IconCircleLabelList"/>
    <dgm:cxn modelId="{3552769E-AC63-4524-9C3C-E341DF364DA6}" type="presParOf" srcId="{3634DAFD-2686-49AD-91C8-4540EC9A93B2}" destId="{74AC3D51-4AD4-4837-94D8-3D8D07E17556}" srcOrd="0" destOrd="0" presId="urn:microsoft.com/office/officeart/2018/5/layout/IconCircleLabelList"/>
    <dgm:cxn modelId="{B086D205-0412-45DA-BFD0-94F5AC8E9452}" type="presParOf" srcId="{3634DAFD-2686-49AD-91C8-4540EC9A93B2}" destId="{455EE923-D8BE-41DB-BC31-36435EF2FC13}" srcOrd="1" destOrd="0" presId="urn:microsoft.com/office/officeart/2018/5/layout/IconCircleLabelList"/>
    <dgm:cxn modelId="{6B1520D6-D3F0-413E-B067-CC2F2E30CC7E}" type="presParOf" srcId="{3634DAFD-2686-49AD-91C8-4540EC9A93B2}" destId="{0007CABC-97E1-48B8-8C1A-C6C2D7E57872}" srcOrd="2" destOrd="0" presId="urn:microsoft.com/office/officeart/2018/5/layout/IconCircleLabelList"/>
    <dgm:cxn modelId="{2C6F95BA-3BD7-4E07-9112-AF95BA991F00}" type="presParOf" srcId="{3634DAFD-2686-49AD-91C8-4540EC9A93B2}" destId="{AFFCE929-39A7-498F-A00C-66ED6C3A4C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C94A4-7584-4ED8-929D-19872FE01F7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96955D5-B63D-4D95-857E-6342D6F85B7A}">
      <dgm:prSet/>
      <dgm:spPr/>
      <dgm:t>
        <a:bodyPr/>
        <a:lstStyle/>
        <a:p>
          <a:r>
            <a:rPr lang="en-US"/>
            <a:t>• Model</a:t>
          </a:r>
        </a:p>
      </dgm:t>
    </dgm:pt>
    <dgm:pt modelId="{9EC0F43E-30A9-4CC7-96F5-5CBA1FBC279A}" type="parTrans" cxnId="{D9D947DB-E2F4-43C7-8203-02B37DE6DE8F}">
      <dgm:prSet/>
      <dgm:spPr/>
      <dgm:t>
        <a:bodyPr/>
        <a:lstStyle/>
        <a:p>
          <a:endParaRPr lang="en-US"/>
        </a:p>
      </dgm:t>
    </dgm:pt>
    <dgm:pt modelId="{FCDE2C1B-A4AA-47B2-BAE5-D901BFD7F3D5}" type="sibTrans" cxnId="{D9D947DB-E2F4-43C7-8203-02B37DE6DE8F}">
      <dgm:prSet/>
      <dgm:spPr/>
      <dgm:t>
        <a:bodyPr/>
        <a:lstStyle/>
        <a:p>
          <a:endParaRPr lang="en-US"/>
        </a:p>
      </dgm:t>
    </dgm:pt>
    <dgm:pt modelId="{EC47C471-3FB5-4978-8222-FE484DCC0717}">
      <dgm:prSet/>
      <dgm:spPr/>
      <dgm:t>
        <a:bodyPr/>
        <a:lstStyle/>
        <a:p>
          <a:r>
            <a:rPr lang="en-US"/>
            <a:t>• Colour</a:t>
          </a:r>
        </a:p>
      </dgm:t>
    </dgm:pt>
    <dgm:pt modelId="{EF899A11-E21A-41D2-B5FD-554F2C0DC6A6}" type="parTrans" cxnId="{23D625C0-DEFA-4FC8-816F-052C480AA180}">
      <dgm:prSet/>
      <dgm:spPr/>
      <dgm:t>
        <a:bodyPr/>
        <a:lstStyle/>
        <a:p>
          <a:endParaRPr lang="en-US"/>
        </a:p>
      </dgm:t>
    </dgm:pt>
    <dgm:pt modelId="{27C527E9-C1D7-498D-9421-624F2724D698}" type="sibTrans" cxnId="{23D625C0-DEFA-4FC8-816F-052C480AA180}">
      <dgm:prSet/>
      <dgm:spPr/>
      <dgm:t>
        <a:bodyPr/>
        <a:lstStyle/>
        <a:p>
          <a:endParaRPr lang="en-US"/>
        </a:p>
      </dgm:t>
    </dgm:pt>
    <dgm:pt modelId="{4DA72E36-96C0-42D4-A8C9-384FCC622B05}">
      <dgm:prSet/>
      <dgm:spPr/>
      <dgm:t>
        <a:bodyPr/>
        <a:lstStyle/>
        <a:p>
          <a:r>
            <a:rPr lang="en-US"/>
            <a:t>• Memory</a:t>
          </a:r>
        </a:p>
      </dgm:t>
    </dgm:pt>
    <dgm:pt modelId="{4AC5182F-4902-41FF-9CCF-38D52B9B0C06}" type="parTrans" cxnId="{3ADB1464-2F51-42D1-B93A-702522A0C678}">
      <dgm:prSet/>
      <dgm:spPr/>
      <dgm:t>
        <a:bodyPr/>
        <a:lstStyle/>
        <a:p>
          <a:endParaRPr lang="en-US"/>
        </a:p>
      </dgm:t>
    </dgm:pt>
    <dgm:pt modelId="{12A6ED16-9C39-4022-AC8D-04D329A2C153}" type="sibTrans" cxnId="{3ADB1464-2F51-42D1-B93A-702522A0C678}">
      <dgm:prSet/>
      <dgm:spPr/>
      <dgm:t>
        <a:bodyPr/>
        <a:lstStyle/>
        <a:p>
          <a:endParaRPr lang="en-US"/>
        </a:p>
      </dgm:t>
    </dgm:pt>
    <dgm:pt modelId="{D05ED483-4C41-49BD-8B34-7052E4EF44AD}">
      <dgm:prSet/>
      <dgm:spPr/>
      <dgm:t>
        <a:bodyPr/>
        <a:lstStyle/>
        <a:p>
          <a:r>
            <a:rPr lang="en-US"/>
            <a:t>• RAM</a:t>
          </a:r>
        </a:p>
      </dgm:t>
    </dgm:pt>
    <dgm:pt modelId="{FC91F253-0FAC-4E29-9834-CF3CC1B396ED}" type="parTrans" cxnId="{95AD56DF-302C-4286-A890-6BF7AB41C853}">
      <dgm:prSet/>
      <dgm:spPr/>
      <dgm:t>
        <a:bodyPr/>
        <a:lstStyle/>
        <a:p>
          <a:endParaRPr lang="en-US"/>
        </a:p>
      </dgm:t>
    </dgm:pt>
    <dgm:pt modelId="{FD43156D-56BD-4EBB-9C1B-F9E1AB6596AE}" type="sibTrans" cxnId="{95AD56DF-302C-4286-A890-6BF7AB41C853}">
      <dgm:prSet/>
      <dgm:spPr/>
      <dgm:t>
        <a:bodyPr/>
        <a:lstStyle/>
        <a:p>
          <a:endParaRPr lang="en-US"/>
        </a:p>
      </dgm:t>
    </dgm:pt>
    <dgm:pt modelId="{16C2B121-9F3A-4113-8910-657E4C4547EF}">
      <dgm:prSet/>
      <dgm:spPr/>
      <dgm:t>
        <a:bodyPr/>
        <a:lstStyle/>
        <a:p>
          <a:r>
            <a:rPr lang="en-US"/>
            <a:t>• Battery Capacity</a:t>
          </a:r>
        </a:p>
      </dgm:t>
    </dgm:pt>
    <dgm:pt modelId="{B027AF20-EBBD-4D57-9879-3ADA64049B85}" type="parTrans" cxnId="{3BEE13DB-7B61-4832-B25F-BD11CF6168B2}">
      <dgm:prSet/>
      <dgm:spPr/>
      <dgm:t>
        <a:bodyPr/>
        <a:lstStyle/>
        <a:p>
          <a:endParaRPr lang="en-US"/>
        </a:p>
      </dgm:t>
    </dgm:pt>
    <dgm:pt modelId="{1644DF65-6CAB-4199-BA4B-5A5FAB9848EC}" type="sibTrans" cxnId="{3BEE13DB-7B61-4832-B25F-BD11CF6168B2}">
      <dgm:prSet/>
      <dgm:spPr/>
      <dgm:t>
        <a:bodyPr/>
        <a:lstStyle/>
        <a:p>
          <a:endParaRPr lang="en-US"/>
        </a:p>
      </dgm:t>
    </dgm:pt>
    <dgm:pt modelId="{64A78C54-A000-4B98-88AF-D0D99E4F3838}">
      <dgm:prSet/>
      <dgm:spPr/>
      <dgm:t>
        <a:bodyPr/>
        <a:lstStyle/>
        <a:p>
          <a:r>
            <a:rPr lang="en-US"/>
            <a:t>• Rear &amp; Front Camera</a:t>
          </a:r>
        </a:p>
      </dgm:t>
    </dgm:pt>
    <dgm:pt modelId="{F3A1A55B-BB97-485A-B521-A670954CD51C}" type="parTrans" cxnId="{C74B37B7-D1BA-4050-8F3A-2CEAA15E3E0E}">
      <dgm:prSet/>
      <dgm:spPr/>
      <dgm:t>
        <a:bodyPr/>
        <a:lstStyle/>
        <a:p>
          <a:endParaRPr lang="en-US"/>
        </a:p>
      </dgm:t>
    </dgm:pt>
    <dgm:pt modelId="{736B3527-9DE6-468A-A167-D29E5629490E}" type="sibTrans" cxnId="{C74B37B7-D1BA-4050-8F3A-2CEAA15E3E0E}">
      <dgm:prSet/>
      <dgm:spPr/>
      <dgm:t>
        <a:bodyPr/>
        <a:lstStyle/>
        <a:p>
          <a:endParaRPr lang="en-US"/>
        </a:p>
      </dgm:t>
    </dgm:pt>
    <dgm:pt modelId="{3529EC15-7987-4AA6-9764-F4C9C9738113}">
      <dgm:prSet/>
      <dgm:spPr/>
      <dgm:t>
        <a:bodyPr/>
        <a:lstStyle/>
        <a:p>
          <a:r>
            <a:rPr lang="en-US"/>
            <a:t>• Processor</a:t>
          </a:r>
        </a:p>
      </dgm:t>
    </dgm:pt>
    <dgm:pt modelId="{6B41529A-F8D5-4966-B2B6-39905E152572}" type="parTrans" cxnId="{D13B5D9C-AB7A-4705-9E81-E0F0ACFE7050}">
      <dgm:prSet/>
      <dgm:spPr/>
      <dgm:t>
        <a:bodyPr/>
        <a:lstStyle/>
        <a:p>
          <a:endParaRPr lang="en-US"/>
        </a:p>
      </dgm:t>
    </dgm:pt>
    <dgm:pt modelId="{B007582D-5973-4086-8B1A-5B8965C33DC2}" type="sibTrans" cxnId="{D13B5D9C-AB7A-4705-9E81-E0F0ACFE7050}">
      <dgm:prSet/>
      <dgm:spPr/>
      <dgm:t>
        <a:bodyPr/>
        <a:lstStyle/>
        <a:p>
          <a:endParaRPr lang="en-US"/>
        </a:p>
      </dgm:t>
    </dgm:pt>
    <dgm:pt modelId="{4143D078-958D-4068-89C0-0E4BBB59E4CB}">
      <dgm:prSet/>
      <dgm:spPr/>
      <dgm:t>
        <a:bodyPr/>
        <a:lstStyle/>
        <a:p>
          <a:r>
            <a:rPr lang="en-US"/>
            <a:t>• AI Lens</a:t>
          </a:r>
        </a:p>
      </dgm:t>
    </dgm:pt>
    <dgm:pt modelId="{58F1D7E0-CAA4-4365-95AF-EF4F8695895C}" type="parTrans" cxnId="{B33E8CBC-A936-40D5-8301-1C2B8B714315}">
      <dgm:prSet/>
      <dgm:spPr/>
      <dgm:t>
        <a:bodyPr/>
        <a:lstStyle/>
        <a:p>
          <a:endParaRPr lang="en-US"/>
        </a:p>
      </dgm:t>
    </dgm:pt>
    <dgm:pt modelId="{CEFC0746-9937-483E-841B-49F4BF920BEC}" type="sibTrans" cxnId="{B33E8CBC-A936-40D5-8301-1C2B8B714315}">
      <dgm:prSet/>
      <dgm:spPr/>
      <dgm:t>
        <a:bodyPr/>
        <a:lstStyle/>
        <a:p>
          <a:endParaRPr lang="en-US"/>
        </a:p>
      </dgm:t>
    </dgm:pt>
    <dgm:pt modelId="{3F147E57-50CE-4CBF-A404-E1725FA11C58}">
      <dgm:prSet/>
      <dgm:spPr/>
      <dgm:t>
        <a:bodyPr/>
        <a:lstStyle/>
        <a:p>
          <a:r>
            <a:rPr lang="en-US"/>
            <a:t>• Price (Target Variable)</a:t>
          </a:r>
        </a:p>
      </dgm:t>
    </dgm:pt>
    <dgm:pt modelId="{18117A66-4D87-4EE7-92DF-A4A6C15D8195}" type="parTrans" cxnId="{B2C4187B-C165-48F5-A1DB-DBAA7B8FE15D}">
      <dgm:prSet/>
      <dgm:spPr/>
      <dgm:t>
        <a:bodyPr/>
        <a:lstStyle/>
        <a:p>
          <a:endParaRPr lang="en-US"/>
        </a:p>
      </dgm:t>
    </dgm:pt>
    <dgm:pt modelId="{95CE7FF9-D327-4771-8F75-1BD6C856B245}" type="sibTrans" cxnId="{B2C4187B-C165-48F5-A1DB-DBAA7B8FE15D}">
      <dgm:prSet/>
      <dgm:spPr/>
      <dgm:t>
        <a:bodyPr/>
        <a:lstStyle/>
        <a:p>
          <a:endParaRPr lang="en-US"/>
        </a:p>
      </dgm:t>
    </dgm:pt>
    <dgm:pt modelId="{9DE6C9AD-D141-46B8-9E54-114B4CA01AE4}" type="pres">
      <dgm:prSet presAssocID="{B29C94A4-7584-4ED8-929D-19872FE01F73}" presName="vert0" presStyleCnt="0">
        <dgm:presLayoutVars>
          <dgm:dir/>
          <dgm:animOne val="branch"/>
          <dgm:animLvl val="lvl"/>
        </dgm:presLayoutVars>
      </dgm:prSet>
      <dgm:spPr/>
    </dgm:pt>
    <dgm:pt modelId="{B52897D0-D4DD-4BC3-95E4-3D3B08EC773D}" type="pres">
      <dgm:prSet presAssocID="{196955D5-B63D-4D95-857E-6342D6F85B7A}" presName="thickLine" presStyleLbl="alignNode1" presStyleIdx="0" presStyleCnt="9"/>
      <dgm:spPr/>
    </dgm:pt>
    <dgm:pt modelId="{FC572EDF-4250-46D7-B0FB-83C03C24EAAD}" type="pres">
      <dgm:prSet presAssocID="{196955D5-B63D-4D95-857E-6342D6F85B7A}" presName="horz1" presStyleCnt="0"/>
      <dgm:spPr/>
    </dgm:pt>
    <dgm:pt modelId="{B0B649DB-88A9-4E42-BAE6-0BBDD0BD355E}" type="pres">
      <dgm:prSet presAssocID="{196955D5-B63D-4D95-857E-6342D6F85B7A}" presName="tx1" presStyleLbl="revTx" presStyleIdx="0" presStyleCnt="9"/>
      <dgm:spPr/>
    </dgm:pt>
    <dgm:pt modelId="{AE2C99C0-FFD7-4F57-9CC4-336F1AFDABBE}" type="pres">
      <dgm:prSet presAssocID="{196955D5-B63D-4D95-857E-6342D6F85B7A}" presName="vert1" presStyleCnt="0"/>
      <dgm:spPr/>
    </dgm:pt>
    <dgm:pt modelId="{7CC0F0EC-97FF-4A92-B1C2-B7CD7F7D4233}" type="pres">
      <dgm:prSet presAssocID="{EC47C471-3FB5-4978-8222-FE484DCC0717}" presName="thickLine" presStyleLbl="alignNode1" presStyleIdx="1" presStyleCnt="9"/>
      <dgm:spPr/>
    </dgm:pt>
    <dgm:pt modelId="{C41FC600-9694-40F2-AA6A-77C402BAFD34}" type="pres">
      <dgm:prSet presAssocID="{EC47C471-3FB5-4978-8222-FE484DCC0717}" presName="horz1" presStyleCnt="0"/>
      <dgm:spPr/>
    </dgm:pt>
    <dgm:pt modelId="{439053FB-C220-4E04-A5ED-CF4FAE4819DE}" type="pres">
      <dgm:prSet presAssocID="{EC47C471-3FB5-4978-8222-FE484DCC0717}" presName="tx1" presStyleLbl="revTx" presStyleIdx="1" presStyleCnt="9"/>
      <dgm:spPr/>
    </dgm:pt>
    <dgm:pt modelId="{BD933A6E-838D-414B-B1E9-7BAEE15274F1}" type="pres">
      <dgm:prSet presAssocID="{EC47C471-3FB5-4978-8222-FE484DCC0717}" presName="vert1" presStyleCnt="0"/>
      <dgm:spPr/>
    </dgm:pt>
    <dgm:pt modelId="{33F8B95A-CF7C-4613-ACFC-F182CD2C0637}" type="pres">
      <dgm:prSet presAssocID="{4DA72E36-96C0-42D4-A8C9-384FCC622B05}" presName="thickLine" presStyleLbl="alignNode1" presStyleIdx="2" presStyleCnt="9"/>
      <dgm:spPr/>
    </dgm:pt>
    <dgm:pt modelId="{2A8E444A-03C1-48CD-95F9-35ECFDA8BBB1}" type="pres">
      <dgm:prSet presAssocID="{4DA72E36-96C0-42D4-A8C9-384FCC622B05}" presName="horz1" presStyleCnt="0"/>
      <dgm:spPr/>
    </dgm:pt>
    <dgm:pt modelId="{91A4850A-3FFF-45F1-846B-3301AEFF153B}" type="pres">
      <dgm:prSet presAssocID="{4DA72E36-96C0-42D4-A8C9-384FCC622B05}" presName="tx1" presStyleLbl="revTx" presStyleIdx="2" presStyleCnt="9"/>
      <dgm:spPr/>
    </dgm:pt>
    <dgm:pt modelId="{580A7636-14F5-4A84-8324-ED7EFB81AC04}" type="pres">
      <dgm:prSet presAssocID="{4DA72E36-96C0-42D4-A8C9-384FCC622B05}" presName="vert1" presStyleCnt="0"/>
      <dgm:spPr/>
    </dgm:pt>
    <dgm:pt modelId="{4B75DCC3-3419-4092-AC60-AB1D2CC5BA51}" type="pres">
      <dgm:prSet presAssocID="{D05ED483-4C41-49BD-8B34-7052E4EF44AD}" presName="thickLine" presStyleLbl="alignNode1" presStyleIdx="3" presStyleCnt="9"/>
      <dgm:spPr/>
    </dgm:pt>
    <dgm:pt modelId="{703460DA-6165-4A5D-8EA4-5A1BBAF99595}" type="pres">
      <dgm:prSet presAssocID="{D05ED483-4C41-49BD-8B34-7052E4EF44AD}" presName="horz1" presStyleCnt="0"/>
      <dgm:spPr/>
    </dgm:pt>
    <dgm:pt modelId="{3C9290B6-D37D-4154-86A6-2C6DC5597D99}" type="pres">
      <dgm:prSet presAssocID="{D05ED483-4C41-49BD-8B34-7052E4EF44AD}" presName="tx1" presStyleLbl="revTx" presStyleIdx="3" presStyleCnt="9"/>
      <dgm:spPr/>
    </dgm:pt>
    <dgm:pt modelId="{74BFFE9F-41AB-4D69-9076-D58D494E9230}" type="pres">
      <dgm:prSet presAssocID="{D05ED483-4C41-49BD-8B34-7052E4EF44AD}" presName="vert1" presStyleCnt="0"/>
      <dgm:spPr/>
    </dgm:pt>
    <dgm:pt modelId="{4945D4FF-1BB7-4174-ABA3-2A2DA22B2697}" type="pres">
      <dgm:prSet presAssocID="{16C2B121-9F3A-4113-8910-657E4C4547EF}" presName="thickLine" presStyleLbl="alignNode1" presStyleIdx="4" presStyleCnt="9"/>
      <dgm:spPr/>
    </dgm:pt>
    <dgm:pt modelId="{1349C94D-BB30-4569-8395-42D307B6CADF}" type="pres">
      <dgm:prSet presAssocID="{16C2B121-9F3A-4113-8910-657E4C4547EF}" presName="horz1" presStyleCnt="0"/>
      <dgm:spPr/>
    </dgm:pt>
    <dgm:pt modelId="{E8A4EDA5-BE96-4154-8113-6077699191D4}" type="pres">
      <dgm:prSet presAssocID="{16C2B121-9F3A-4113-8910-657E4C4547EF}" presName="tx1" presStyleLbl="revTx" presStyleIdx="4" presStyleCnt="9"/>
      <dgm:spPr/>
    </dgm:pt>
    <dgm:pt modelId="{50301C03-73F0-4B04-9446-C8A3855C8DBA}" type="pres">
      <dgm:prSet presAssocID="{16C2B121-9F3A-4113-8910-657E4C4547EF}" presName="vert1" presStyleCnt="0"/>
      <dgm:spPr/>
    </dgm:pt>
    <dgm:pt modelId="{7CA92937-C423-44B4-82AD-182ABBC69B4A}" type="pres">
      <dgm:prSet presAssocID="{64A78C54-A000-4B98-88AF-D0D99E4F3838}" presName="thickLine" presStyleLbl="alignNode1" presStyleIdx="5" presStyleCnt="9"/>
      <dgm:spPr/>
    </dgm:pt>
    <dgm:pt modelId="{667B0EBA-F726-40DD-9AE8-D6CDB9D9E2E6}" type="pres">
      <dgm:prSet presAssocID="{64A78C54-A000-4B98-88AF-D0D99E4F3838}" presName="horz1" presStyleCnt="0"/>
      <dgm:spPr/>
    </dgm:pt>
    <dgm:pt modelId="{B836CC85-E3E4-4F1B-85BB-0E5BAC820331}" type="pres">
      <dgm:prSet presAssocID="{64A78C54-A000-4B98-88AF-D0D99E4F3838}" presName="tx1" presStyleLbl="revTx" presStyleIdx="5" presStyleCnt="9"/>
      <dgm:spPr/>
    </dgm:pt>
    <dgm:pt modelId="{A5C6ECF9-96FE-490A-B971-A081C8490296}" type="pres">
      <dgm:prSet presAssocID="{64A78C54-A000-4B98-88AF-D0D99E4F3838}" presName="vert1" presStyleCnt="0"/>
      <dgm:spPr/>
    </dgm:pt>
    <dgm:pt modelId="{ED0C5770-678D-425B-8DEA-9B3C8E768DB9}" type="pres">
      <dgm:prSet presAssocID="{3529EC15-7987-4AA6-9764-F4C9C9738113}" presName="thickLine" presStyleLbl="alignNode1" presStyleIdx="6" presStyleCnt="9"/>
      <dgm:spPr/>
    </dgm:pt>
    <dgm:pt modelId="{24267515-116A-4856-A8E0-D3879F9A1CE2}" type="pres">
      <dgm:prSet presAssocID="{3529EC15-7987-4AA6-9764-F4C9C9738113}" presName="horz1" presStyleCnt="0"/>
      <dgm:spPr/>
    </dgm:pt>
    <dgm:pt modelId="{DA6F7B22-12DE-4904-9851-AF89731FE9EA}" type="pres">
      <dgm:prSet presAssocID="{3529EC15-7987-4AA6-9764-F4C9C9738113}" presName="tx1" presStyleLbl="revTx" presStyleIdx="6" presStyleCnt="9"/>
      <dgm:spPr/>
    </dgm:pt>
    <dgm:pt modelId="{4E8BF3C6-EE8F-4FF2-BFA1-3938C4340D3C}" type="pres">
      <dgm:prSet presAssocID="{3529EC15-7987-4AA6-9764-F4C9C9738113}" presName="vert1" presStyleCnt="0"/>
      <dgm:spPr/>
    </dgm:pt>
    <dgm:pt modelId="{FC9F7D38-60B5-4C2C-94C4-1B7616B76D38}" type="pres">
      <dgm:prSet presAssocID="{4143D078-958D-4068-89C0-0E4BBB59E4CB}" presName="thickLine" presStyleLbl="alignNode1" presStyleIdx="7" presStyleCnt="9"/>
      <dgm:spPr/>
    </dgm:pt>
    <dgm:pt modelId="{E612AEC9-C663-45F6-B992-1AC24A0A299E}" type="pres">
      <dgm:prSet presAssocID="{4143D078-958D-4068-89C0-0E4BBB59E4CB}" presName="horz1" presStyleCnt="0"/>
      <dgm:spPr/>
    </dgm:pt>
    <dgm:pt modelId="{E19EF8B8-6F7D-481A-8425-4529B7613207}" type="pres">
      <dgm:prSet presAssocID="{4143D078-958D-4068-89C0-0E4BBB59E4CB}" presName="tx1" presStyleLbl="revTx" presStyleIdx="7" presStyleCnt="9"/>
      <dgm:spPr/>
    </dgm:pt>
    <dgm:pt modelId="{15DFAC2E-293B-41CA-97D0-14EFA770CB34}" type="pres">
      <dgm:prSet presAssocID="{4143D078-958D-4068-89C0-0E4BBB59E4CB}" presName="vert1" presStyleCnt="0"/>
      <dgm:spPr/>
    </dgm:pt>
    <dgm:pt modelId="{F7D93C07-68B4-4B21-B5B5-E71C5DF67A39}" type="pres">
      <dgm:prSet presAssocID="{3F147E57-50CE-4CBF-A404-E1725FA11C58}" presName="thickLine" presStyleLbl="alignNode1" presStyleIdx="8" presStyleCnt="9"/>
      <dgm:spPr/>
    </dgm:pt>
    <dgm:pt modelId="{0CF61136-54D8-4898-960C-4AF11660B446}" type="pres">
      <dgm:prSet presAssocID="{3F147E57-50CE-4CBF-A404-E1725FA11C58}" presName="horz1" presStyleCnt="0"/>
      <dgm:spPr/>
    </dgm:pt>
    <dgm:pt modelId="{B3CD517B-F037-40EB-8068-583FFF1B3F5B}" type="pres">
      <dgm:prSet presAssocID="{3F147E57-50CE-4CBF-A404-E1725FA11C58}" presName="tx1" presStyleLbl="revTx" presStyleIdx="8" presStyleCnt="9"/>
      <dgm:spPr/>
    </dgm:pt>
    <dgm:pt modelId="{3EC42911-1347-48C5-A1C9-98D2520041A4}" type="pres">
      <dgm:prSet presAssocID="{3F147E57-50CE-4CBF-A404-E1725FA11C58}" presName="vert1" presStyleCnt="0"/>
      <dgm:spPr/>
    </dgm:pt>
  </dgm:ptLst>
  <dgm:cxnLst>
    <dgm:cxn modelId="{BD0DEA00-0B60-4C11-8A11-D4F412588463}" type="presOf" srcId="{EC47C471-3FB5-4978-8222-FE484DCC0717}" destId="{439053FB-C220-4E04-A5ED-CF4FAE4819DE}" srcOrd="0" destOrd="0" presId="urn:microsoft.com/office/officeart/2008/layout/LinedList"/>
    <dgm:cxn modelId="{642F6A38-745C-4EA3-A111-6BC056B43D86}" type="presOf" srcId="{D05ED483-4C41-49BD-8B34-7052E4EF44AD}" destId="{3C9290B6-D37D-4154-86A6-2C6DC5597D99}" srcOrd="0" destOrd="0" presId="urn:microsoft.com/office/officeart/2008/layout/LinedList"/>
    <dgm:cxn modelId="{FCF06340-D76B-4E98-923C-C24DF46872C5}" type="presOf" srcId="{3F147E57-50CE-4CBF-A404-E1725FA11C58}" destId="{B3CD517B-F037-40EB-8068-583FFF1B3F5B}" srcOrd="0" destOrd="0" presId="urn:microsoft.com/office/officeart/2008/layout/LinedList"/>
    <dgm:cxn modelId="{8E5A255F-B99D-4F23-8567-990A20478DF2}" type="presOf" srcId="{4143D078-958D-4068-89C0-0E4BBB59E4CB}" destId="{E19EF8B8-6F7D-481A-8425-4529B7613207}" srcOrd="0" destOrd="0" presId="urn:microsoft.com/office/officeart/2008/layout/LinedList"/>
    <dgm:cxn modelId="{3ADB1464-2F51-42D1-B93A-702522A0C678}" srcId="{B29C94A4-7584-4ED8-929D-19872FE01F73}" destId="{4DA72E36-96C0-42D4-A8C9-384FCC622B05}" srcOrd="2" destOrd="0" parTransId="{4AC5182F-4902-41FF-9CCF-38D52B9B0C06}" sibTransId="{12A6ED16-9C39-4022-AC8D-04D329A2C153}"/>
    <dgm:cxn modelId="{B2C4187B-C165-48F5-A1DB-DBAA7B8FE15D}" srcId="{B29C94A4-7584-4ED8-929D-19872FE01F73}" destId="{3F147E57-50CE-4CBF-A404-E1725FA11C58}" srcOrd="8" destOrd="0" parTransId="{18117A66-4D87-4EE7-92DF-A4A6C15D8195}" sibTransId="{95CE7FF9-D327-4771-8F75-1BD6C856B245}"/>
    <dgm:cxn modelId="{C5FA778F-BECB-424D-8B4F-B1F5CFD9D8E8}" type="presOf" srcId="{64A78C54-A000-4B98-88AF-D0D99E4F3838}" destId="{B836CC85-E3E4-4F1B-85BB-0E5BAC820331}" srcOrd="0" destOrd="0" presId="urn:microsoft.com/office/officeart/2008/layout/LinedList"/>
    <dgm:cxn modelId="{8E3E6797-9AD0-43D4-A044-4AB878B9CB32}" type="presOf" srcId="{4DA72E36-96C0-42D4-A8C9-384FCC622B05}" destId="{91A4850A-3FFF-45F1-846B-3301AEFF153B}" srcOrd="0" destOrd="0" presId="urn:microsoft.com/office/officeart/2008/layout/LinedList"/>
    <dgm:cxn modelId="{D13B5D9C-AB7A-4705-9E81-E0F0ACFE7050}" srcId="{B29C94A4-7584-4ED8-929D-19872FE01F73}" destId="{3529EC15-7987-4AA6-9764-F4C9C9738113}" srcOrd="6" destOrd="0" parTransId="{6B41529A-F8D5-4966-B2B6-39905E152572}" sibTransId="{B007582D-5973-4086-8B1A-5B8965C33DC2}"/>
    <dgm:cxn modelId="{BA298CA9-661D-4ECE-84D6-C9F42D3D8BC7}" type="presOf" srcId="{B29C94A4-7584-4ED8-929D-19872FE01F73}" destId="{9DE6C9AD-D141-46B8-9E54-114B4CA01AE4}" srcOrd="0" destOrd="0" presId="urn:microsoft.com/office/officeart/2008/layout/LinedList"/>
    <dgm:cxn modelId="{C74B37B7-D1BA-4050-8F3A-2CEAA15E3E0E}" srcId="{B29C94A4-7584-4ED8-929D-19872FE01F73}" destId="{64A78C54-A000-4B98-88AF-D0D99E4F3838}" srcOrd="5" destOrd="0" parTransId="{F3A1A55B-BB97-485A-B521-A670954CD51C}" sibTransId="{736B3527-9DE6-468A-A167-D29E5629490E}"/>
    <dgm:cxn modelId="{171F2CBA-521F-4D31-BA33-CE9F1815A65A}" type="presOf" srcId="{3529EC15-7987-4AA6-9764-F4C9C9738113}" destId="{DA6F7B22-12DE-4904-9851-AF89731FE9EA}" srcOrd="0" destOrd="0" presId="urn:microsoft.com/office/officeart/2008/layout/LinedList"/>
    <dgm:cxn modelId="{B33E8CBC-A936-40D5-8301-1C2B8B714315}" srcId="{B29C94A4-7584-4ED8-929D-19872FE01F73}" destId="{4143D078-958D-4068-89C0-0E4BBB59E4CB}" srcOrd="7" destOrd="0" parTransId="{58F1D7E0-CAA4-4365-95AF-EF4F8695895C}" sibTransId="{CEFC0746-9937-483E-841B-49F4BF920BEC}"/>
    <dgm:cxn modelId="{23D625C0-DEFA-4FC8-816F-052C480AA180}" srcId="{B29C94A4-7584-4ED8-929D-19872FE01F73}" destId="{EC47C471-3FB5-4978-8222-FE484DCC0717}" srcOrd="1" destOrd="0" parTransId="{EF899A11-E21A-41D2-B5FD-554F2C0DC6A6}" sibTransId="{27C527E9-C1D7-498D-9421-624F2724D698}"/>
    <dgm:cxn modelId="{62B2B4D4-51C9-4EE4-86B6-BA730924DD8B}" type="presOf" srcId="{16C2B121-9F3A-4113-8910-657E4C4547EF}" destId="{E8A4EDA5-BE96-4154-8113-6077699191D4}" srcOrd="0" destOrd="0" presId="urn:microsoft.com/office/officeart/2008/layout/LinedList"/>
    <dgm:cxn modelId="{1C63DDDA-7E10-4705-80E1-BAA05E76C300}" type="presOf" srcId="{196955D5-B63D-4D95-857E-6342D6F85B7A}" destId="{B0B649DB-88A9-4E42-BAE6-0BBDD0BD355E}" srcOrd="0" destOrd="0" presId="urn:microsoft.com/office/officeart/2008/layout/LinedList"/>
    <dgm:cxn modelId="{3BEE13DB-7B61-4832-B25F-BD11CF6168B2}" srcId="{B29C94A4-7584-4ED8-929D-19872FE01F73}" destId="{16C2B121-9F3A-4113-8910-657E4C4547EF}" srcOrd="4" destOrd="0" parTransId="{B027AF20-EBBD-4D57-9879-3ADA64049B85}" sibTransId="{1644DF65-6CAB-4199-BA4B-5A5FAB9848EC}"/>
    <dgm:cxn modelId="{D9D947DB-E2F4-43C7-8203-02B37DE6DE8F}" srcId="{B29C94A4-7584-4ED8-929D-19872FE01F73}" destId="{196955D5-B63D-4D95-857E-6342D6F85B7A}" srcOrd="0" destOrd="0" parTransId="{9EC0F43E-30A9-4CC7-96F5-5CBA1FBC279A}" sibTransId="{FCDE2C1B-A4AA-47B2-BAE5-D901BFD7F3D5}"/>
    <dgm:cxn modelId="{95AD56DF-302C-4286-A890-6BF7AB41C853}" srcId="{B29C94A4-7584-4ED8-929D-19872FE01F73}" destId="{D05ED483-4C41-49BD-8B34-7052E4EF44AD}" srcOrd="3" destOrd="0" parTransId="{FC91F253-0FAC-4E29-9834-CF3CC1B396ED}" sibTransId="{FD43156D-56BD-4EBB-9C1B-F9E1AB6596AE}"/>
    <dgm:cxn modelId="{A5B87B0F-8699-41E6-A184-B8554930F30A}" type="presParOf" srcId="{9DE6C9AD-D141-46B8-9E54-114B4CA01AE4}" destId="{B52897D0-D4DD-4BC3-95E4-3D3B08EC773D}" srcOrd="0" destOrd="0" presId="urn:microsoft.com/office/officeart/2008/layout/LinedList"/>
    <dgm:cxn modelId="{0C3E4159-0B82-41E8-AF04-E9AF9F227553}" type="presParOf" srcId="{9DE6C9AD-D141-46B8-9E54-114B4CA01AE4}" destId="{FC572EDF-4250-46D7-B0FB-83C03C24EAAD}" srcOrd="1" destOrd="0" presId="urn:microsoft.com/office/officeart/2008/layout/LinedList"/>
    <dgm:cxn modelId="{D8C896E9-B01A-4947-B8E5-780D1CEC377A}" type="presParOf" srcId="{FC572EDF-4250-46D7-B0FB-83C03C24EAAD}" destId="{B0B649DB-88A9-4E42-BAE6-0BBDD0BD355E}" srcOrd="0" destOrd="0" presId="urn:microsoft.com/office/officeart/2008/layout/LinedList"/>
    <dgm:cxn modelId="{953661F5-7AE4-4AA1-9C39-00AB5D7C2BD5}" type="presParOf" srcId="{FC572EDF-4250-46D7-B0FB-83C03C24EAAD}" destId="{AE2C99C0-FFD7-4F57-9CC4-336F1AFDABBE}" srcOrd="1" destOrd="0" presId="urn:microsoft.com/office/officeart/2008/layout/LinedList"/>
    <dgm:cxn modelId="{2410E86E-352D-4A8E-8858-A3B8C8C0D071}" type="presParOf" srcId="{9DE6C9AD-D141-46B8-9E54-114B4CA01AE4}" destId="{7CC0F0EC-97FF-4A92-B1C2-B7CD7F7D4233}" srcOrd="2" destOrd="0" presId="urn:microsoft.com/office/officeart/2008/layout/LinedList"/>
    <dgm:cxn modelId="{EADA8C8B-50BD-457C-B395-9C7B19A1AB8B}" type="presParOf" srcId="{9DE6C9AD-D141-46B8-9E54-114B4CA01AE4}" destId="{C41FC600-9694-40F2-AA6A-77C402BAFD34}" srcOrd="3" destOrd="0" presId="urn:microsoft.com/office/officeart/2008/layout/LinedList"/>
    <dgm:cxn modelId="{BD53512D-A95F-4B33-BEBB-05822855967C}" type="presParOf" srcId="{C41FC600-9694-40F2-AA6A-77C402BAFD34}" destId="{439053FB-C220-4E04-A5ED-CF4FAE4819DE}" srcOrd="0" destOrd="0" presId="urn:microsoft.com/office/officeart/2008/layout/LinedList"/>
    <dgm:cxn modelId="{7634A001-4DFD-48B2-8F1F-9BF3D9CB0188}" type="presParOf" srcId="{C41FC600-9694-40F2-AA6A-77C402BAFD34}" destId="{BD933A6E-838D-414B-B1E9-7BAEE15274F1}" srcOrd="1" destOrd="0" presId="urn:microsoft.com/office/officeart/2008/layout/LinedList"/>
    <dgm:cxn modelId="{FA03B6E3-86F2-4450-AC73-5F5C89D71E09}" type="presParOf" srcId="{9DE6C9AD-D141-46B8-9E54-114B4CA01AE4}" destId="{33F8B95A-CF7C-4613-ACFC-F182CD2C0637}" srcOrd="4" destOrd="0" presId="urn:microsoft.com/office/officeart/2008/layout/LinedList"/>
    <dgm:cxn modelId="{F9ED110E-3D36-4D46-A0AE-2639A4125239}" type="presParOf" srcId="{9DE6C9AD-D141-46B8-9E54-114B4CA01AE4}" destId="{2A8E444A-03C1-48CD-95F9-35ECFDA8BBB1}" srcOrd="5" destOrd="0" presId="urn:microsoft.com/office/officeart/2008/layout/LinedList"/>
    <dgm:cxn modelId="{789D71BC-73BB-4215-9B78-03C1CF39F5D0}" type="presParOf" srcId="{2A8E444A-03C1-48CD-95F9-35ECFDA8BBB1}" destId="{91A4850A-3FFF-45F1-846B-3301AEFF153B}" srcOrd="0" destOrd="0" presId="urn:microsoft.com/office/officeart/2008/layout/LinedList"/>
    <dgm:cxn modelId="{9238EE90-F07B-44A6-BE10-90ABE3E53ACE}" type="presParOf" srcId="{2A8E444A-03C1-48CD-95F9-35ECFDA8BBB1}" destId="{580A7636-14F5-4A84-8324-ED7EFB81AC04}" srcOrd="1" destOrd="0" presId="urn:microsoft.com/office/officeart/2008/layout/LinedList"/>
    <dgm:cxn modelId="{F3B3CA4D-4621-4AE7-94E7-043DB3F41160}" type="presParOf" srcId="{9DE6C9AD-D141-46B8-9E54-114B4CA01AE4}" destId="{4B75DCC3-3419-4092-AC60-AB1D2CC5BA51}" srcOrd="6" destOrd="0" presId="urn:microsoft.com/office/officeart/2008/layout/LinedList"/>
    <dgm:cxn modelId="{7F48E4AC-DD24-43DA-AB6D-228ACE463A34}" type="presParOf" srcId="{9DE6C9AD-D141-46B8-9E54-114B4CA01AE4}" destId="{703460DA-6165-4A5D-8EA4-5A1BBAF99595}" srcOrd="7" destOrd="0" presId="urn:microsoft.com/office/officeart/2008/layout/LinedList"/>
    <dgm:cxn modelId="{B9ADC4C0-53AA-4E80-B1C0-A638E1640635}" type="presParOf" srcId="{703460DA-6165-4A5D-8EA4-5A1BBAF99595}" destId="{3C9290B6-D37D-4154-86A6-2C6DC5597D99}" srcOrd="0" destOrd="0" presId="urn:microsoft.com/office/officeart/2008/layout/LinedList"/>
    <dgm:cxn modelId="{0637FD55-0311-4242-8F41-1EB0B474CCBE}" type="presParOf" srcId="{703460DA-6165-4A5D-8EA4-5A1BBAF99595}" destId="{74BFFE9F-41AB-4D69-9076-D58D494E9230}" srcOrd="1" destOrd="0" presId="urn:microsoft.com/office/officeart/2008/layout/LinedList"/>
    <dgm:cxn modelId="{79C42BCE-00EA-4A19-B850-4E94F33AE995}" type="presParOf" srcId="{9DE6C9AD-D141-46B8-9E54-114B4CA01AE4}" destId="{4945D4FF-1BB7-4174-ABA3-2A2DA22B2697}" srcOrd="8" destOrd="0" presId="urn:microsoft.com/office/officeart/2008/layout/LinedList"/>
    <dgm:cxn modelId="{98CEA79F-7AD4-431C-A169-694BE0B0710D}" type="presParOf" srcId="{9DE6C9AD-D141-46B8-9E54-114B4CA01AE4}" destId="{1349C94D-BB30-4569-8395-42D307B6CADF}" srcOrd="9" destOrd="0" presId="urn:microsoft.com/office/officeart/2008/layout/LinedList"/>
    <dgm:cxn modelId="{5BB51EDE-2FBD-4FAF-A597-A1B1F5205338}" type="presParOf" srcId="{1349C94D-BB30-4569-8395-42D307B6CADF}" destId="{E8A4EDA5-BE96-4154-8113-6077699191D4}" srcOrd="0" destOrd="0" presId="urn:microsoft.com/office/officeart/2008/layout/LinedList"/>
    <dgm:cxn modelId="{5AFFBED2-036E-4F78-84BE-CEA5D82C80DB}" type="presParOf" srcId="{1349C94D-BB30-4569-8395-42D307B6CADF}" destId="{50301C03-73F0-4B04-9446-C8A3855C8DBA}" srcOrd="1" destOrd="0" presId="urn:microsoft.com/office/officeart/2008/layout/LinedList"/>
    <dgm:cxn modelId="{FE9C47B0-41B5-4491-8AD2-BAD4C32BE8FC}" type="presParOf" srcId="{9DE6C9AD-D141-46B8-9E54-114B4CA01AE4}" destId="{7CA92937-C423-44B4-82AD-182ABBC69B4A}" srcOrd="10" destOrd="0" presId="urn:microsoft.com/office/officeart/2008/layout/LinedList"/>
    <dgm:cxn modelId="{C7F04BA5-6A87-4296-BADB-CDC02623AFD2}" type="presParOf" srcId="{9DE6C9AD-D141-46B8-9E54-114B4CA01AE4}" destId="{667B0EBA-F726-40DD-9AE8-D6CDB9D9E2E6}" srcOrd="11" destOrd="0" presId="urn:microsoft.com/office/officeart/2008/layout/LinedList"/>
    <dgm:cxn modelId="{3A49F1C0-32FD-460A-9B31-F556062FCF38}" type="presParOf" srcId="{667B0EBA-F726-40DD-9AE8-D6CDB9D9E2E6}" destId="{B836CC85-E3E4-4F1B-85BB-0E5BAC820331}" srcOrd="0" destOrd="0" presId="urn:microsoft.com/office/officeart/2008/layout/LinedList"/>
    <dgm:cxn modelId="{4464ACE2-3CDD-41D4-BEB7-47728A5211EC}" type="presParOf" srcId="{667B0EBA-F726-40DD-9AE8-D6CDB9D9E2E6}" destId="{A5C6ECF9-96FE-490A-B971-A081C8490296}" srcOrd="1" destOrd="0" presId="urn:microsoft.com/office/officeart/2008/layout/LinedList"/>
    <dgm:cxn modelId="{3BD4ECAA-E94A-47BC-B809-49291ED8101C}" type="presParOf" srcId="{9DE6C9AD-D141-46B8-9E54-114B4CA01AE4}" destId="{ED0C5770-678D-425B-8DEA-9B3C8E768DB9}" srcOrd="12" destOrd="0" presId="urn:microsoft.com/office/officeart/2008/layout/LinedList"/>
    <dgm:cxn modelId="{9B2D0B9C-B320-466C-BEDA-1CBBDF59EC87}" type="presParOf" srcId="{9DE6C9AD-D141-46B8-9E54-114B4CA01AE4}" destId="{24267515-116A-4856-A8E0-D3879F9A1CE2}" srcOrd="13" destOrd="0" presId="urn:microsoft.com/office/officeart/2008/layout/LinedList"/>
    <dgm:cxn modelId="{C91F8596-DD3F-4F9D-B1C4-205678D55571}" type="presParOf" srcId="{24267515-116A-4856-A8E0-D3879F9A1CE2}" destId="{DA6F7B22-12DE-4904-9851-AF89731FE9EA}" srcOrd="0" destOrd="0" presId="urn:microsoft.com/office/officeart/2008/layout/LinedList"/>
    <dgm:cxn modelId="{63BF6358-1749-4A66-A68D-E73F5DFC248E}" type="presParOf" srcId="{24267515-116A-4856-A8E0-D3879F9A1CE2}" destId="{4E8BF3C6-EE8F-4FF2-BFA1-3938C4340D3C}" srcOrd="1" destOrd="0" presId="urn:microsoft.com/office/officeart/2008/layout/LinedList"/>
    <dgm:cxn modelId="{B3249384-ACA8-4956-9A1A-79A6E1248896}" type="presParOf" srcId="{9DE6C9AD-D141-46B8-9E54-114B4CA01AE4}" destId="{FC9F7D38-60B5-4C2C-94C4-1B7616B76D38}" srcOrd="14" destOrd="0" presId="urn:microsoft.com/office/officeart/2008/layout/LinedList"/>
    <dgm:cxn modelId="{F6408253-7D0E-417A-87EC-D57F9B303D22}" type="presParOf" srcId="{9DE6C9AD-D141-46B8-9E54-114B4CA01AE4}" destId="{E612AEC9-C663-45F6-B992-1AC24A0A299E}" srcOrd="15" destOrd="0" presId="urn:microsoft.com/office/officeart/2008/layout/LinedList"/>
    <dgm:cxn modelId="{99664635-E113-4DA5-96A4-0EAED1A51FEF}" type="presParOf" srcId="{E612AEC9-C663-45F6-B992-1AC24A0A299E}" destId="{E19EF8B8-6F7D-481A-8425-4529B7613207}" srcOrd="0" destOrd="0" presId="urn:microsoft.com/office/officeart/2008/layout/LinedList"/>
    <dgm:cxn modelId="{4F09928C-3B32-49C5-B70F-F6633A5758E9}" type="presParOf" srcId="{E612AEC9-C663-45F6-B992-1AC24A0A299E}" destId="{15DFAC2E-293B-41CA-97D0-14EFA770CB34}" srcOrd="1" destOrd="0" presId="urn:microsoft.com/office/officeart/2008/layout/LinedList"/>
    <dgm:cxn modelId="{66BCA226-B09D-42E9-A3B7-2CB63E6610F5}" type="presParOf" srcId="{9DE6C9AD-D141-46B8-9E54-114B4CA01AE4}" destId="{F7D93C07-68B4-4B21-B5B5-E71C5DF67A39}" srcOrd="16" destOrd="0" presId="urn:microsoft.com/office/officeart/2008/layout/LinedList"/>
    <dgm:cxn modelId="{42D6599D-DC30-4784-9340-15DF02E55E5F}" type="presParOf" srcId="{9DE6C9AD-D141-46B8-9E54-114B4CA01AE4}" destId="{0CF61136-54D8-4898-960C-4AF11660B446}" srcOrd="17" destOrd="0" presId="urn:microsoft.com/office/officeart/2008/layout/LinedList"/>
    <dgm:cxn modelId="{5046F60C-6654-4C0C-AA0B-EBB94BB3BA27}" type="presParOf" srcId="{0CF61136-54D8-4898-960C-4AF11660B446}" destId="{B3CD517B-F037-40EB-8068-583FFF1B3F5B}" srcOrd="0" destOrd="0" presId="urn:microsoft.com/office/officeart/2008/layout/LinedList"/>
    <dgm:cxn modelId="{1B86F81D-1378-4F48-83FB-137FB79BBDE7}" type="presParOf" srcId="{0CF61136-54D8-4898-960C-4AF11660B446}" destId="{3EC42911-1347-48C5-A1C9-98D2520041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ECD08C-AE19-40BC-A381-CB8CCF0A869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1E7AC0A-B950-4ACC-9705-F66E4FBAB08B}">
      <dgm:prSet/>
      <dgm:spPr/>
      <dgm:t>
        <a:bodyPr/>
        <a:lstStyle/>
        <a:p>
          <a:r>
            <a:rPr lang="en-US"/>
            <a:t>• Checked data types and structure</a:t>
          </a:r>
        </a:p>
      </dgm:t>
    </dgm:pt>
    <dgm:pt modelId="{2BB45548-7AD2-432F-8748-97514CCF68D9}" type="parTrans" cxnId="{FBA7189D-49E4-4109-9175-EC887A19AE3F}">
      <dgm:prSet/>
      <dgm:spPr/>
      <dgm:t>
        <a:bodyPr/>
        <a:lstStyle/>
        <a:p>
          <a:endParaRPr lang="en-US"/>
        </a:p>
      </dgm:t>
    </dgm:pt>
    <dgm:pt modelId="{F38B6365-31C0-4DE1-BD02-1218FFF602D3}" type="sibTrans" cxnId="{FBA7189D-49E4-4109-9175-EC887A19AE3F}">
      <dgm:prSet/>
      <dgm:spPr/>
      <dgm:t>
        <a:bodyPr/>
        <a:lstStyle/>
        <a:p>
          <a:endParaRPr lang="en-US"/>
        </a:p>
      </dgm:t>
    </dgm:pt>
    <dgm:pt modelId="{6DE08A8B-738B-4D62-91DF-575C26EE5754}">
      <dgm:prSet/>
      <dgm:spPr/>
      <dgm:t>
        <a:bodyPr/>
        <a:lstStyle/>
        <a:p>
          <a:r>
            <a:rPr lang="en-US"/>
            <a:t>• Identified numerical and categorical features</a:t>
          </a:r>
        </a:p>
      </dgm:t>
    </dgm:pt>
    <dgm:pt modelId="{7D6BE9E1-BA47-43FF-B44A-F37EA36FDA9F}" type="parTrans" cxnId="{DE1E8A92-3DFB-43AA-B418-024E18C9E515}">
      <dgm:prSet/>
      <dgm:spPr/>
      <dgm:t>
        <a:bodyPr/>
        <a:lstStyle/>
        <a:p>
          <a:endParaRPr lang="en-US"/>
        </a:p>
      </dgm:t>
    </dgm:pt>
    <dgm:pt modelId="{71D203B3-05AE-4DBB-AB99-21099270A4F1}" type="sibTrans" cxnId="{DE1E8A92-3DFB-43AA-B418-024E18C9E515}">
      <dgm:prSet/>
      <dgm:spPr/>
      <dgm:t>
        <a:bodyPr/>
        <a:lstStyle/>
        <a:p>
          <a:endParaRPr lang="en-US"/>
        </a:p>
      </dgm:t>
    </dgm:pt>
    <dgm:pt modelId="{6ED1A223-6111-480F-8BB2-EC21968FCBD2}">
      <dgm:prSet/>
      <dgm:spPr/>
      <dgm:t>
        <a:bodyPr/>
        <a:lstStyle/>
        <a:p>
          <a:r>
            <a:rPr lang="en-US"/>
            <a:t>• Checked missing values</a:t>
          </a:r>
        </a:p>
      </dgm:t>
    </dgm:pt>
    <dgm:pt modelId="{8110B929-6CE8-4D72-B94C-0D48501F3B97}" type="parTrans" cxnId="{54A7CACB-1B43-4D7C-8C55-ACC717DDDB40}">
      <dgm:prSet/>
      <dgm:spPr/>
      <dgm:t>
        <a:bodyPr/>
        <a:lstStyle/>
        <a:p>
          <a:endParaRPr lang="en-US"/>
        </a:p>
      </dgm:t>
    </dgm:pt>
    <dgm:pt modelId="{2E5564C2-18A9-441A-AAB6-B43FE00E692E}" type="sibTrans" cxnId="{54A7CACB-1B43-4D7C-8C55-ACC717DDDB40}">
      <dgm:prSet/>
      <dgm:spPr/>
      <dgm:t>
        <a:bodyPr/>
        <a:lstStyle/>
        <a:p>
          <a:endParaRPr lang="en-US"/>
        </a:p>
      </dgm:t>
    </dgm:pt>
    <dgm:pt modelId="{91BD5C50-AAE5-4F80-ABA3-F3B8766A0BFA}">
      <dgm:prSet/>
      <dgm:spPr/>
      <dgm:t>
        <a:bodyPr/>
        <a:lstStyle/>
        <a:p>
          <a:r>
            <a:rPr lang="en-US"/>
            <a:t>• Analyzed price distribution</a:t>
          </a:r>
        </a:p>
      </dgm:t>
    </dgm:pt>
    <dgm:pt modelId="{D54C2F5F-FB8A-4C42-8E03-1AD17C1757E9}" type="parTrans" cxnId="{C9724B0D-0657-4ABD-9B05-49DB05750F3D}">
      <dgm:prSet/>
      <dgm:spPr/>
      <dgm:t>
        <a:bodyPr/>
        <a:lstStyle/>
        <a:p>
          <a:endParaRPr lang="en-US"/>
        </a:p>
      </dgm:t>
    </dgm:pt>
    <dgm:pt modelId="{2B461990-3960-49A3-B8EC-65D6CEFA32D2}" type="sibTrans" cxnId="{C9724B0D-0657-4ABD-9B05-49DB05750F3D}">
      <dgm:prSet/>
      <dgm:spPr/>
      <dgm:t>
        <a:bodyPr/>
        <a:lstStyle/>
        <a:p>
          <a:endParaRPr lang="en-US"/>
        </a:p>
      </dgm:t>
    </dgm:pt>
    <dgm:pt modelId="{6BAD169A-169E-4B75-9C42-41A6D426A00F}" type="pres">
      <dgm:prSet presAssocID="{5AECD08C-AE19-40BC-A381-CB8CCF0A869B}" presName="vert0" presStyleCnt="0">
        <dgm:presLayoutVars>
          <dgm:dir/>
          <dgm:animOne val="branch"/>
          <dgm:animLvl val="lvl"/>
        </dgm:presLayoutVars>
      </dgm:prSet>
      <dgm:spPr/>
    </dgm:pt>
    <dgm:pt modelId="{3B7AA702-A330-4427-994E-5D94A0AA0DFD}" type="pres">
      <dgm:prSet presAssocID="{51E7AC0A-B950-4ACC-9705-F66E4FBAB08B}" presName="thickLine" presStyleLbl="alignNode1" presStyleIdx="0" presStyleCnt="4"/>
      <dgm:spPr/>
    </dgm:pt>
    <dgm:pt modelId="{DD7157E9-D97C-400F-AF13-A251D5B0E7E6}" type="pres">
      <dgm:prSet presAssocID="{51E7AC0A-B950-4ACC-9705-F66E4FBAB08B}" presName="horz1" presStyleCnt="0"/>
      <dgm:spPr/>
    </dgm:pt>
    <dgm:pt modelId="{4387B0B7-0C8C-4FC3-B591-501862DD9EDF}" type="pres">
      <dgm:prSet presAssocID="{51E7AC0A-B950-4ACC-9705-F66E4FBAB08B}" presName="tx1" presStyleLbl="revTx" presStyleIdx="0" presStyleCnt="4"/>
      <dgm:spPr/>
    </dgm:pt>
    <dgm:pt modelId="{CF765300-7C08-49EA-9628-24B3A9677408}" type="pres">
      <dgm:prSet presAssocID="{51E7AC0A-B950-4ACC-9705-F66E4FBAB08B}" presName="vert1" presStyleCnt="0"/>
      <dgm:spPr/>
    </dgm:pt>
    <dgm:pt modelId="{7F2DF514-33BD-4F2B-8681-F28E89AE4E25}" type="pres">
      <dgm:prSet presAssocID="{6DE08A8B-738B-4D62-91DF-575C26EE5754}" presName="thickLine" presStyleLbl="alignNode1" presStyleIdx="1" presStyleCnt="4"/>
      <dgm:spPr/>
    </dgm:pt>
    <dgm:pt modelId="{B1B199B9-D7F7-463E-AF81-B7CABECCF301}" type="pres">
      <dgm:prSet presAssocID="{6DE08A8B-738B-4D62-91DF-575C26EE5754}" presName="horz1" presStyleCnt="0"/>
      <dgm:spPr/>
    </dgm:pt>
    <dgm:pt modelId="{DE35F0E0-BDEA-4DD5-9868-F17CB08F8A38}" type="pres">
      <dgm:prSet presAssocID="{6DE08A8B-738B-4D62-91DF-575C26EE5754}" presName="tx1" presStyleLbl="revTx" presStyleIdx="1" presStyleCnt="4"/>
      <dgm:spPr/>
    </dgm:pt>
    <dgm:pt modelId="{68BD9A09-BC79-437B-88FF-DE9625238636}" type="pres">
      <dgm:prSet presAssocID="{6DE08A8B-738B-4D62-91DF-575C26EE5754}" presName="vert1" presStyleCnt="0"/>
      <dgm:spPr/>
    </dgm:pt>
    <dgm:pt modelId="{AB151165-10BD-40A9-9913-FD47722063A6}" type="pres">
      <dgm:prSet presAssocID="{6ED1A223-6111-480F-8BB2-EC21968FCBD2}" presName="thickLine" presStyleLbl="alignNode1" presStyleIdx="2" presStyleCnt="4"/>
      <dgm:spPr/>
    </dgm:pt>
    <dgm:pt modelId="{66496462-5B18-4390-AC95-D208807ECD03}" type="pres">
      <dgm:prSet presAssocID="{6ED1A223-6111-480F-8BB2-EC21968FCBD2}" presName="horz1" presStyleCnt="0"/>
      <dgm:spPr/>
    </dgm:pt>
    <dgm:pt modelId="{CB01B0EB-E331-43D4-84FA-99452CE87B01}" type="pres">
      <dgm:prSet presAssocID="{6ED1A223-6111-480F-8BB2-EC21968FCBD2}" presName="tx1" presStyleLbl="revTx" presStyleIdx="2" presStyleCnt="4"/>
      <dgm:spPr/>
    </dgm:pt>
    <dgm:pt modelId="{A1C76030-AE22-49CC-97F4-4132ACF4E1CC}" type="pres">
      <dgm:prSet presAssocID="{6ED1A223-6111-480F-8BB2-EC21968FCBD2}" presName="vert1" presStyleCnt="0"/>
      <dgm:spPr/>
    </dgm:pt>
    <dgm:pt modelId="{A18B860D-83B0-4FE2-8D04-79F285E89709}" type="pres">
      <dgm:prSet presAssocID="{91BD5C50-AAE5-4F80-ABA3-F3B8766A0BFA}" presName="thickLine" presStyleLbl="alignNode1" presStyleIdx="3" presStyleCnt="4"/>
      <dgm:spPr/>
    </dgm:pt>
    <dgm:pt modelId="{DB6DE19D-24BE-4E89-920D-B3E76D60F1B2}" type="pres">
      <dgm:prSet presAssocID="{91BD5C50-AAE5-4F80-ABA3-F3B8766A0BFA}" presName="horz1" presStyleCnt="0"/>
      <dgm:spPr/>
    </dgm:pt>
    <dgm:pt modelId="{A184E203-42BA-4BE1-81E9-406167ACDB5D}" type="pres">
      <dgm:prSet presAssocID="{91BD5C50-AAE5-4F80-ABA3-F3B8766A0BFA}" presName="tx1" presStyleLbl="revTx" presStyleIdx="3" presStyleCnt="4"/>
      <dgm:spPr/>
    </dgm:pt>
    <dgm:pt modelId="{744A0647-1065-4748-A60C-D2183E0109CB}" type="pres">
      <dgm:prSet presAssocID="{91BD5C50-AAE5-4F80-ABA3-F3B8766A0BFA}" presName="vert1" presStyleCnt="0"/>
      <dgm:spPr/>
    </dgm:pt>
  </dgm:ptLst>
  <dgm:cxnLst>
    <dgm:cxn modelId="{F696470C-927E-4143-B1B1-5CC5F7F3128B}" type="presOf" srcId="{5AECD08C-AE19-40BC-A381-CB8CCF0A869B}" destId="{6BAD169A-169E-4B75-9C42-41A6D426A00F}" srcOrd="0" destOrd="0" presId="urn:microsoft.com/office/officeart/2008/layout/LinedList"/>
    <dgm:cxn modelId="{9BBAAA0C-9DDA-4576-B989-32EF2E94F0F2}" type="presOf" srcId="{91BD5C50-AAE5-4F80-ABA3-F3B8766A0BFA}" destId="{A184E203-42BA-4BE1-81E9-406167ACDB5D}" srcOrd="0" destOrd="0" presId="urn:microsoft.com/office/officeart/2008/layout/LinedList"/>
    <dgm:cxn modelId="{C9724B0D-0657-4ABD-9B05-49DB05750F3D}" srcId="{5AECD08C-AE19-40BC-A381-CB8CCF0A869B}" destId="{91BD5C50-AAE5-4F80-ABA3-F3B8766A0BFA}" srcOrd="3" destOrd="0" parTransId="{D54C2F5F-FB8A-4C42-8E03-1AD17C1757E9}" sibTransId="{2B461990-3960-49A3-B8EC-65D6CEFA32D2}"/>
    <dgm:cxn modelId="{5901986C-CDCC-4BF1-9AC8-E10F0C218906}" type="presOf" srcId="{51E7AC0A-B950-4ACC-9705-F66E4FBAB08B}" destId="{4387B0B7-0C8C-4FC3-B591-501862DD9EDF}" srcOrd="0" destOrd="0" presId="urn:microsoft.com/office/officeart/2008/layout/LinedList"/>
    <dgm:cxn modelId="{DE1E8A92-3DFB-43AA-B418-024E18C9E515}" srcId="{5AECD08C-AE19-40BC-A381-CB8CCF0A869B}" destId="{6DE08A8B-738B-4D62-91DF-575C26EE5754}" srcOrd="1" destOrd="0" parTransId="{7D6BE9E1-BA47-43FF-B44A-F37EA36FDA9F}" sibTransId="{71D203B3-05AE-4DBB-AB99-21099270A4F1}"/>
    <dgm:cxn modelId="{FBA7189D-49E4-4109-9175-EC887A19AE3F}" srcId="{5AECD08C-AE19-40BC-A381-CB8CCF0A869B}" destId="{51E7AC0A-B950-4ACC-9705-F66E4FBAB08B}" srcOrd="0" destOrd="0" parTransId="{2BB45548-7AD2-432F-8748-97514CCF68D9}" sibTransId="{F38B6365-31C0-4DE1-BD02-1218FFF602D3}"/>
    <dgm:cxn modelId="{54A7CACB-1B43-4D7C-8C55-ACC717DDDB40}" srcId="{5AECD08C-AE19-40BC-A381-CB8CCF0A869B}" destId="{6ED1A223-6111-480F-8BB2-EC21968FCBD2}" srcOrd="2" destOrd="0" parTransId="{8110B929-6CE8-4D72-B94C-0D48501F3B97}" sibTransId="{2E5564C2-18A9-441A-AAB6-B43FE00E692E}"/>
    <dgm:cxn modelId="{65D558D8-8F80-427C-B19A-4D6BD3D71545}" type="presOf" srcId="{6ED1A223-6111-480F-8BB2-EC21968FCBD2}" destId="{CB01B0EB-E331-43D4-84FA-99452CE87B01}" srcOrd="0" destOrd="0" presId="urn:microsoft.com/office/officeart/2008/layout/LinedList"/>
    <dgm:cxn modelId="{8B10F6FE-89D1-4E7C-8144-4D0FC6B0A7EF}" type="presOf" srcId="{6DE08A8B-738B-4D62-91DF-575C26EE5754}" destId="{DE35F0E0-BDEA-4DD5-9868-F17CB08F8A38}" srcOrd="0" destOrd="0" presId="urn:microsoft.com/office/officeart/2008/layout/LinedList"/>
    <dgm:cxn modelId="{82275AFF-ABA4-4159-B0CA-2DBE3BCE1F0F}" type="presParOf" srcId="{6BAD169A-169E-4B75-9C42-41A6D426A00F}" destId="{3B7AA702-A330-4427-994E-5D94A0AA0DFD}" srcOrd="0" destOrd="0" presId="urn:microsoft.com/office/officeart/2008/layout/LinedList"/>
    <dgm:cxn modelId="{FF80C388-2CF9-4B0F-9449-CA20CD1E60DF}" type="presParOf" srcId="{6BAD169A-169E-4B75-9C42-41A6D426A00F}" destId="{DD7157E9-D97C-400F-AF13-A251D5B0E7E6}" srcOrd="1" destOrd="0" presId="urn:microsoft.com/office/officeart/2008/layout/LinedList"/>
    <dgm:cxn modelId="{C3730422-ED43-42CE-925A-D9533B67E5F6}" type="presParOf" srcId="{DD7157E9-D97C-400F-AF13-A251D5B0E7E6}" destId="{4387B0B7-0C8C-4FC3-B591-501862DD9EDF}" srcOrd="0" destOrd="0" presId="urn:microsoft.com/office/officeart/2008/layout/LinedList"/>
    <dgm:cxn modelId="{122A4067-78AF-4AAA-9025-3F3EBF8540EF}" type="presParOf" srcId="{DD7157E9-D97C-400F-AF13-A251D5B0E7E6}" destId="{CF765300-7C08-49EA-9628-24B3A9677408}" srcOrd="1" destOrd="0" presId="urn:microsoft.com/office/officeart/2008/layout/LinedList"/>
    <dgm:cxn modelId="{58F8EAE7-278A-45DF-B30F-D5BCB2DEF678}" type="presParOf" srcId="{6BAD169A-169E-4B75-9C42-41A6D426A00F}" destId="{7F2DF514-33BD-4F2B-8681-F28E89AE4E25}" srcOrd="2" destOrd="0" presId="urn:microsoft.com/office/officeart/2008/layout/LinedList"/>
    <dgm:cxn modelId="{AAC7C34A-C0BB-438F-9692-3E92A57EB528}" type="presParOf" srcId="{6BAD169A-169E-4B75-9C42-41A6D426A00F}" destId="{B1B199B9-D7F7-463E-AF81-B7CABECCF301}" srcOrd="3" destOrd="0" presId="urn:microsoft.com/office/officeart/2008/layout/LinedList"/>
    <dgm:cxn modelId="{DB212C2D-2A93-43C9-99ED-4BD2D598BEBC}" type="presParOf" srcId="{B1B199B9-D7F7-463E-AF81-B7CABECCF301}" destId="{DE35F0E0-BDEA-4DD5-9868-F17CB08F8A38}" srcOrd="0" destOrd="0" presId="urn:microsoft.com/office/officeart/2008/layout/LinedList"/>
    <dgm:cxn modelId="{8095110F-C773-4AF6-9FFF-A1FE83976C51}" type="presParOf" srcId="{B1B199B9-D7F7-463E-AF81-B7CABECCF301}" destId="{68BD9A09-BC79-437B-88FF-DE9625238636}" srcOrd="1" destOrd="0" presId="urn:microsoft.com/office/officeart/2008/layout/LinedList"/>
    <dgm:cxn modelId="{EDCD40F5-0886-4F0A-855B-C89E5A22EFF5}" type="presParOf" srcId="{6BAD169A-169E-4B75-9C42-41A6D426A00F}" destId="{AB151165-10BD-40A9-9913-FD47722063A6}" srcOrd="4" destOrd="0" presId="urn:microsoft.com/office/officeart/2008/layout/LinedList"/>
    <dgm:cxn modelId="{6FB534BB-4E21-4EC3-8296-A1C8443B9F07}" type="presParOf" srcId="{6BAD169A-169E-4B75-9C42-41A6D426A00F}" destId="{66496462-5B18-4390-AC95-D208807ECD03}" srcOrd="5" destOrd="0" presId="urn:microsoft.com/office/officeart/2008/layout/LinedList"/>
    <dgm:cxn modelId="{5C8152BE-12EE-4F53-B72C-E1B57BDD823E}" type="presParOf" srcId="{66496462-5B18-4390-AC95-D208807ECD03}" destId="{CB01B0EB-E331-43D4-84FA-99452CE87B01}" srcOrd="0" destOrd="0" presId="urn:microsoft.com/office/officeart/2008/layout/LinedList"/>
    <dgm:cxn modelId="{B9B2CAE5-FF00-4884-8454-D4256B205826}" type="presParOf" srcId="{66496462-5B18-4390-AC95-D208807ECD03}" destId="{A1C76030-AE22-49CC-97F4-4132ACF4E1CC}" srcOrd="1" destOrd="0" presId="urn:microsoft.com/office/officeart/2008/layout/LinedList"/>
    <dgm:cxn modelId="{73303A70-E791-4BB3-9E53-FC6B91E0DEB3}" type="presParOf" srcId="{6BAD169A-169E-4B75-9C42-41A6D426A00F}" destId="{A18B860D-83B0-4FE2-8D04-79F285E89709}" srcOrd="6" destOrd="0" presId="urn:microsoft.com/office/officeart/2008/layout/LinedList"/>
    <dgm:cxn modelId="{A8CAC520-C52F-4B78-9F8D-2EFDA53CEA34}" type="presParOf" srcId="{6BAD169A-169E-4B75-9C42-41A6D426A00F}" destId="{DB6DE19D-24BE-4E89-920D-B3E76D60F1B2}" srcOrd="7" destOrd="0" presId="urn:microsoft.com/office/officeart/2008/layout/LinedList"/>
    <dgm:cxn modelId="{94FB638C-A5C5-40AC-8536-C3C0C08D499A}" type="presParOf" srcId="{DB6DE19D-24BE-4E89-920D-B3E76D60F1B2}" destId="{A184E203-42BA-4BE1-81E9-406167ACDB5D}" srcOrd="0" destOrd="0" presId="urn:microsoft.com/office/officeart/2008/layout/LinedList"/>
    <dgm:cxn modelId="{6D5BCE81-1EA4-4959-8A79-F77106296281}" type="presParOf" srcId="{DB6DE19D-24BE-4E89-920D-B3E76D60F1B2}" destId="{744A0647-1065-4748-A60C-D2183E0109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31E6DF-EDE5-44A9-BF3D-22C7657BE5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1A611A12-C5C4-421D-8993-A4BEF3C2F4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Correlation Analysis</a:t>
          </a:r>
        </a:p>
      </dgm:t>
    </dgm:pt>
    <dgm:pt modelId="{3EBB13C1-51CF-4B1A-A5C6-3C822E47FAF7}" type="parTrans" cxnId="{1E408CCE-B175-4759-AAEE-3EB2055DC25E}">
      <dgm:prSet/>
      <dgm:spPr/>
      <dgm:t>
        <a:bodyPr/>
        <a:lstStyle/>
        <a:p>
          <a:endParaRPr lang="en-US"/>
        </a:p>
      </dgm:t>
    </dgm:pt>
    <dgm:pt modelId="{D695DFBA-774C-424B-8D10-457BCF99A607}" type="sibTrans" cxnId="{1E408CCE-B175-4759-AAEE-3EB2055DC25E}">
      <dgm:prSet/>
      <dgm:spPr/>
      <dgm:t>
        <a:bodyPr/>
        <a:lstStyle/>
        <a:p>
          <a:endParaRPr lang="en-US"/>
        </a:p>
      </dgm:t>
    </dgm:pt>
    <dgm:pt modelId="{065D1D3C-A196-4E79-A0F3-04BC76DF7A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Heatmap Visualization</a:t>
          </a:r>
        </a:p>
      </dgm:t>
    </dgm:pt>
    <dgm:pt modelId="{1E62343E-CCD5-4037-8E5B-E4490153CC4F}" type="parTrans" cxnId="{E6DC2558-D42B-419C-8089-636F8920C623}">
      <dgm:prSet/>
      <dgm:spPr/>
      <dgm:t>
        <a:bodyPr/>
        <a:lstStyle/>
        <a:p>
          <a:endParaRPr lang="en-US"/>
        </a:p>
      </dgm:t>
    </dgm:pt>
    <dgm:pt modelId="{2C9DA507-8570-409E-9894-F6F925427351}" type="sibTrans" cxnId="{E6DC2558-D42B-419C-8089-636F8920C623}">
      <dgm:prSet/>
      <dgm:spPr/>
      <dgm:t>
        <a:bodyPr/>
        <a:lstStyle/>
        <a:p>
          <a:endParaRPr lang="en-US"/>
        </a:p>
      </dgm:t>
    </dgm:pt>
    <dgm:pt modelId="{2C8B9E85-DDD6-4A94-B73D-7DFF76641DF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Random Forest Feature Importance</a:t>
          </a:r>
        </a:p>
      </dgm:t>
    </dgm:pt>
    <dgm:pt modelId="{CA129DDF-3E94-46FB-95B4-6D1536107CDD}" type="parTrans" cxnId="{37AAE291-8508-4CCB-8828-5EEE1A8B18F4}">
      <dgm:prSet/>
      <dgm:spPr/>
      <dgm:t>
        <a:bodyPr/>
        <a:lstStyle/>
        <a:p>
          <a:endParaRPr lang="en-US"/>
        </a:p>
      </dgm:t>
    </dgm:pt>
    <dgm:pt modelId="{FC8BD8C3-67BD-4B6E-ABAE-540136A30A6E}" type="sibTrans" cxnId="{37AAE291-8508-4CCB-8828-5EEE1A8B18F4}">
      <dgm:prSet/>
      <dgm:spPr/>
      <dgm:t>
        <a:bodyPr/>
        <a:lstStyle/>
        <a:p>
          <a:endParaRPr lang="en-US"/>
        </a:p>
      </dgm:t>
    </dgm:pt>
    <dgm:pt modelId="{1DD9B7EE-0EA4-48F5-82E1-40DB8501BC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Selected most influential features</a:t>
          </a:r>
        </a:p>
      </dgm:t>
    </dgm:pt>
    <dgm:pt modelId="{CD4A78B2-01EB-4261-816E-A27A9C56858D}" type="parTrans" cxnId="{E2888FF9-72F1-430F-8F3B-FE3D2AAF1E56}">
      <dgm:prSet/>
      <dgm:spPr/>
      <dgm:t>
        <a:bodyPr/>
        <a:lstStyle/>
        <a:p>
          <a:endParaRPr lang="en-US"/>
        </a:p>
      </dgm:t>
    </dgm:pt>
    <dgm:pt modelId="{1C0C0152-0735-4013-ADFD-045BF1868FB5}" type="sibTrans" cxnId="{E2888FF9-72F1-430F-8F3B-FE3D2AAF1E56}">
      <dgm:prSet/>
      <dgm:spPr/>
      <dgm:t>
        <a:bodyPr/>
        <a:lstStyle/>
        <a:p>
          <a:endParaRPr lang="en-US"/>
        </a:p>
      </dgm:t>
    </dgm:pt>
    <dgm:pt modelId="{F2A9A3CE-ADC3-4FC7-9AEC-5198C7B133CE}" type="pres">
      <dgm:prSet presAssocID="{DC31E6DF-EDE5-44A9-BF3D-22C7657BE549}" presName="root" presStyleCnt="0">
        <dgm:presLayoutVars>
          <dgm:dir/>
          <dgm:resizeHandles val="exact"/>
        </dgm:presLayoutVars>
      </dgm:prSet>
      <dgm:spPr/>
    </dgm:pt>
    <dgm:pt modelId="{B99F187F-D12E-45AD-9D0F-9768584FAFBF}" type="pres">
      <dgm:prSet presAssocID="{1A611A12-C5C4-421D-8993-A4BEF3C2F4F6}" presName="compNode" presStyleCnt="0"/>
      <dgm:spPr/>
    </dgm:pt>
    <dgm:pt modelId="{70D50EE8-EFCF-491D-BB9F-C2F95B82FCAA}" type="pres">
      <dgm:prSet presAssocID="{1A611A12-C5C4-421D-8993-A4BEF3C2F4F6}" presName="iconBgRect" presStyleLbl="bgShp" presStyleIdx="0" presStyleCnt="4"/>
      <dgm:spPr/>
    </dgm:pt>
    <dgm:pt modelId="{F4626357-DAA5-4F33-B730-AC61E1BC002B}" type="pres">
      <dgm:prSet presAssocID="{1A611A12-C5C4-421D-8993-A4BEF3C2F4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7D5F34E-3449-4347-AA31-3A77B12BCB80}" type="pres">
      <dgm:prSet presAssocID="{1A611A12-C5C4-421D-8993-A4BEF3C2F4F6}" presName="spaceRect" presStyleCnt="0"/>
      <dgm:spPr/>
    </dgm:pt>
    <dgm:pt modelId="{098617D2-12D8-463F-B580-DC2948C7B044}" type="pres">
      <dgm:prSet presAssocID="{1A611A12-C5C4-421D-8993-A4BEF3C2F4F6}" presName="textRect" presStyleLbl="revTx" presStyleIdx="0" presStyleCnt="4">
        <dgm:presLayoutVars>
          <dgm:chMax val="1"/>
          <dgm:chPref val="1"/>
        </dgm:presLayoutVars>
      </dgm:prSet>
      <dgm:spPr/>
    </dgm:pt>
    <dgm:pt modelId="{890429EC-6FDF-48BD-8851-381F45A83DE3}" type="pres">
      <dgm:prSet presAssocID="{D695DFBA-774C-424B-8D10-457BCF99A607}" presName="sibTrans" presStyleCnt="0"/>
      <dgm:spPr/>
    </dgm:pt>
    <dgm:pt modelId="{A387A1EE-5B0C-47E2-A9E5-19E326D020E8}" type="pres">
      <dgm:prSet presAssocID="{065D1D3C-A196-4E79-A0F3-04BC76DF7A36}" presName="compNode" presStyleCnt="0"/>
      <dgm:spPr/>
    </dgm:pt>
    <dgm:pt modelId="{12B76BBD-8219-43EF-BD2E-D936FDD35003}" type="pres">
      <dgm:prSet presAssocID="{065D1D3C-A196-4E79-A0F3-04BC76DF7A36}" presName="iconBgRect" presStyleLbl="bgShp" presStyleIdx="1" presStyleCnt="4"/>
      <dgm:spPr/>
    </dgm:pt>
    <dgm:pt modelId="{C4996059-571A-4EAE-8A67-5AE054638753}" type="pres">
      <dgm:prSet presAssocID="{065D1D3C-A196-4E79-A0F3-04BC76DF7A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4B79237-7BF8-4F2C-8332-FAACE3CD759E}" type="pres">
      <dgm:prSet presAssocID="{065D1D3C-A196-4E79-A0F3-04BC76DF7A36}" presName="spaceRect" presStyleCnt="0"/>
      <dgm:spPr/>
    </dgm:pt>
    <dgm:pt modelId="{C8C5D492-799B-40D1-9C69-5DBD8E04C98E}" type="pres">
      <dgm:prSet presAssocID="{065D1D3C-A196-4E79-A0F3-04BC76DF7A36}" presName="textRect" presStyleLbl="revTx" presStyleIdx="1" presStyleCnt="4">
        <dgm:presLayoutVars>
          <dgm:chMax val="1"/>
          <dgm:chPref val="1"/>
        </dgm:presLayoutVars>
      </dgm:prSet>
      <dgm:spPr/>
    </dgm:pt>
    <dgm:pt modelId="{DDBC4466-D577-4F54-AB17-30BEC0E33A04}" type="pres">
      <dgm:prSet presAssocID="{2C9DA507-8570-409E-9894-F6F925427351}" presName="sibTrans" presStyleCnt="0"/>
      <dgm:spPr/>
    </dgm:pt>
    <dgm:pt modelId="{0B651C7C-1505-4CF5-8289-0DB5DDB344CF}" type="pres">
      <dgm:prSet presAssocID="{2C8B9E85-DDD6-4A94-B73D-7DFF76641DF0}" presName="compNode" presStyleCnt="0"/>
      <dgm:spPr/>
    </dgm:pt>
    <dgm:pt modelId="{CE36F286-F30B-4D72-907D-8C8EF578E811}" type="pres">
      <dgm:prSet presAssocID="{2C8B9E85-DDD6-4A94-B73D-7DFF76641DF0}" presName="iconBgRect" presStyleLbl="bgShp" presStyleIdx="2" presStyleCnt="4"/>
      <dgm:spPr/>
    </dgm:pt>
    <dgm:pt modelId="{EFBE4191-8476-4793-AFD1-95D14EC01F79}" type="pres">
      <dgm:prSet presAssocID="{2C8B9E85-DDD6-4A94-B73D-7DFF76641D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D7DF3C71-527D-41A4-ABBF-700799C855E4}" type="pres">
      <dgm:prSet presAssocID="{2C8B9E85-DDD6-4A94-B73D-7DFF76641DF0}" presName="spaceRect" presStyleCnt="0"/>
      <dgm:spPr/>
    </dgm:pt>
    <dgm:pt modelId="{A0C67706-8352-4615-A7A7-7165F54D545A}" type="pres">
      <dgm:prSet presAssocID="{2C8B9E85-DDD6-4A94-B73D-7DFF76641DF0}" presName="textRect" presStyleLbl="revTx" presStyleIdx="2" presStyleCnt="4">
        <dgm:presLayoutVars>
          <dgm:chMax val="1"/>
          <dgm:chPref val="1"/>
        </dgm:presLayoutVars>
      </dgm:prSet>
      <dgm:spPr/>
    </dgm:pt>
    <dgm:pt modelId="{CEEAA114-DC96-4B02-9FD0-7FCB4740D8F1}" type="pres">
      <dgm:prSet presAssocID="{FC8BD8C3-67BD-4B6E-ABAE-540136A30A6E}" presName="sibTrans" presStyleCnt="0"/>
      <dgm:spPr/>
    </dgm:pt>
    <dgm:pt modelId="{283B295B-3F65-498B-A7C5-94E54DA096C7}" type="pres">
      <dgm:prSet presAssocID="{1DD9B7EE-0EA4-48F5-82E1-40DB8501BCC8}" presName="compNode" presStyleCnt="0"/>
      <dgm:spPr/>
    </dgm:pt>
    <dgm:pt modelId="{C648A70D-9591-446B-B318-A35848AEF8B1}" type="pres">
      <dgm:prSet presAssocID="{1DD9B7EE-0EA4-48F5-82E1-40DB8501BCC8}" presName="iconBgRect" presStyleLbl="bgShp" presStyleIdx="3" presStyleCnt="4"/>
      <dgm:spPr/>
    </dgm:pt>
    <dgm:pt modelId="{6FFC4560-BEF2-490F-BCF7-FF333AF382D3}" type="pres">
      <dgm:prSet presAssocID="{1DD9B7EE-0EA4-48F5-82E1-40DB8501BC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26211727-51D2-4C6B-B58A-28865DB31611}" type="pres">
      <dgm:prSet presAssocID="{1DD9B7EE-0EA4-48F5-82E1-40DB8501BCC8}" presName="spaceRect" presStyleCnt="0"/>
      <dgm:spPr/>
    </dgm:pt>
    <dgm:pt modelId="{4AA40567-3A4E-42CC-B38A-092911865F5F}" type="pres">
      <dgm:prSet presAssocID="{1DD9B7EE-0EA4-48F5-82E1-40DB8501BC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66E82A-B24F-4DCC-87F4-9745546C43BD}" type="presOf" srcId="{2C8B9E85-DDD6-4A94-B73D-7DFF76641DF0}" destId="{A0C67706-8352-4615-A7A7-7165F54D545A}" srcOrd="0" destOrd="0" presId="urn:microsoft.com/office/officeart/2018/5/layout/IconCircleLabelList"/>
    <dgm:cxn modelId="{E6DC2558-D42B-419C-8089-636F8920C623}" srcId="{DC31E6DF-EDE5-44A9-BF3D-22C7657BE549}" destId="{065D1D3C-A196-4E79-A0F3-04BC76DF7A36}" srcOrd="1" destOrd="0" parTransId="{1E62343E-CCD5-4037-8E5B-E4490153CC4F}" sibTransId="{2C9DA507-8570-409E-9894-F6F925427351}"/>
    <dgm:cxn modelId="{37AAE291-8508-4CCB-8828-5EEE1A8B18F4}" srcId="{DC31E6DF-EDE5-44A9-BF3D-22C7657BE549}" destId="{2C8B9E85-DDD6-4A94-B73D-7DFF76641DF0}" srcOrd="2" destOrd="0" parTransId="{CA129DDF-3E94-46FB-95B4-6D1536107CDD}" sibTransId="{FC8BD8C3-67BD-4B6E-ABAE-540136A30A6E}"/>
    <dgm:cxn modelId="{07EA32A4-0E38-4195-BB4E-55B9A9703E93}" type="presOf" srcId="{DC31E6DF-EDE5-44A9-BF3D-22C7657BE549}" destId="{F2A9A3CE-ADC3-4FC7-9AEC-5198C7B133CE}" srcOrd="0" destOrd="0" presId="urn:microsoft.com/office/officeart/2018/5/layout/IconCircleLabelList"/>
    <dgm:cxn modelId="{715240BA-A699-4E34-BBED-0421030EE82F}" type="presOf" srcId="{065D1D3C-A196-4E79-A0F3-04BC76DF7A36}" destId="{C8C5D492-799B-40D1-9C69-5DBD8E04C98E}" srcOrd="0" destOrd="0" presId="urn:microsoft.com/office/officeart/2018/5/layout/IconCircleLabelList"/>
    <dgm:cxn modelId="{1E408CCE-B175-4759-AAEE-3EB2055DC25E}" srcId="{DC31E6DF-EDE5-44A9-BF3D-22C7657BE549}" destId="{1A611A12-C5C4-421D-8993-A4BEF3C2F4F6}" srcOrd="0" destOrd="0" parTransId="{3EBB13C1-51CF-4B1A-A5C6-3C822E47FAF7}" sibTransId="{D695DFBA-774C-424B-8D10-457BCF99A607}"/>
    <dgm:cxn modelId="{3EB6A6EB-9C03-4A75-B0FD-9D9DC7EE9D76}" type="presOf" srcId="{1A611A12-C5C4-421D-8993-A4BEF3C2F4F6}" destId="{098617D2-12D8-463F-B580-DC2948C7B044}" srcOrd="0" destOrd="0" presId="urn:microsoft.com/office/officeart/2018/5/layout/IconCircleLabelList"/>
    <dgm:cxn modelId="{EDB7CCEF-B9B8-4B3B-A5B4-1B6BEF42C47C}" type="presOf" srcId="{1DD9B7EE-0EA4-48F5-82E1-40DB8501BCC8}" destId="{4AA40567-3A4E-42CC-B38A-092911865F5F}" srcOrd="0" destOrd="0" presId="urn:microsoft.com/office/officeart/2018/5/layout/IconCircleLabelList"/>
    <dgm:cxn modelId="{E2888FF9-72F1-430F-8F3B-FE3D2AAF1E56}" srcId="{DC31E6DF-EDE5-44A9-BF3D-22C7657BE549}" destId="{1DD9B7EE-0EA4-48F5-82E1-40DB8501BCC8}" srcOrd="3" destOrd="0" parTransId="{CD4A78B2-01EB-4261-816E-A27A9C56858D}" sibTransId="{1C0C0152-0735-4013-ADFD-045BF1868FB5}"/>
    <dgm:cxn modelId="{E5EE0934-4E7F-4ADB-8AE2-624E5EFF3409}" type="presParOf" srcId="{F2A9A3CE-ADC3-4FC7-9AEC-5198C7B133CE}" destId="{B99F187F-D12E-45AD-9D0F-9768584FAFBF}" srcOrd="0" destOrd="0" presId="urn:microsoft.com/office/officeart/2018/5/layout/IconCircleLabelList"/>
    <dgm:cxn modelId="{E8798614-3484-4D11-A9E2-7C27C2C0EED9}" type="presParOf" srcId="{B99F187F-D12E-45AD-9D0F-9768584FAFBF}" destId="{70D50EE8-EFCF-491D-BB9F-C2F95B82FCAA}" srcOrd="0" destOrd="0" presId="urn:microsoft.com/office/officeart/2018/5/layout/IconCircleLabelList"/>
    <dgm:cxn modelId="{D6516CED-9314-48D7-9B2B-D4D7FDB35676}" type="presParOf" srcId="{B99F187F-D12E-45AD-9D0F-9768584FAFBF}" destId="{F4626357-DAA5-4F33-B730-AC61E1BC002B}" srcOrd="1" destOrd="0" presId="urn:microsoft.com/office/officeart/2018/5/layout/IconCircleLabelList"/>
    <dgm:cxn modelId="{FD49BD04-3D24-4D29-B22D-1CD7AF48B7AC}" type="presParOf" srcId="{B99F187F-D12E-45AD-9D0F-9768584FAFBF}" destId="{27D5F34E-3449-4347-AA31-3A77B12BCB80}" srcOrd="2" destOrd="0" presId="urn:microsoft.com/office/officeart/2018/5/layout/IconCircleLabelList"/>
    <dgm:cxn modelId="{EF917919-7241-4218-9FC3-FA3550429814}" type="presParOf" srcId="{B99F187F-D12E-45AD-9D0F-9768584FAFBF}" destId="{098617D2-12D8-463F-B580-DC2948C7B044}" srcOrd="3" destOrd="0" presId="urn:microsoft.com/office/officeart/2018/5/layout/IconCircleLabelList"/>
    <dgm:cxn modelId="{3C0B7BFD-0959-4AB8-924B-438E56CB3002}" type="presParOf" srcId="{F2A9A3CE-ADC3-4FC7-9AEC-5198C7B133CE}" destId="{890429EC-6FDF-48BD-8851-381F45A83DE3}" srcOrd="1" destOrd="0" presId="urn:microsoft.com/office/officeart/2018/5/layout/IconCircleLabelList"/>
    <dgm:cxn modelId="{03517C95-6C70-4CD2-9B03-536CEF8F6E56}" type="presParOf" srcId="{F2A9A3CE-ADC3-4FC7-9AEC-5198C7B133CE}" destId="{A387A1EE-5B0C-47E2-A9E5-19E326D020E8}" srcOrd="2" destOrd="0" presId="urn:microsoft.com/office/officeart/2018/5/layout/IconCircleLabelList"/>
    <dgm:cxn modelId="{58FECEA5-3AEB-4564-B66D-B252A6ECF090}" type="presParOf" srcId="{A387A1EE-5B0C-47E2-A9E5-19E326D020E8}" destId="{12B76BBD-8219-43EF-BD2E-D936FDD35003}" srcOrd="0" destOrd="0" presId="urn:microsoft.com/office/officeart/2018/5/layout/IconCircleLabelList"/>
    <dgm:cxn modelId="{3CF19A64-3280-4CA2-BA4A-BB9C9CCDA465}" type="presParOf" srcId="{A387A1EE-5B0C-47E2-A9E5-19E326D020E8}" destId="{C4996059-571A-4EAE-8A67-5AE054638753}" srcOrd="1" destOrd="0" presId="urn:microsoft.com/office/officeart/2018/5/layout/IconCircleLabelList"/>
    <dgm:cxn modelId="{26CFC28A-E174-4505-9EC6-94D60826F11D}" type="presParOf" srcId="{A387A1EE-5B0C-47E2-A9E5-19E326D020E8}" destId="{E4B79237-7BF8-4F2C-8332-FAACE3CD759E}" srcOrd="2" destOrd="0" presId="urn:microsoft.com/office/officeart/2018/5/layout/IconCircleLabelList"/>
    <dgm:cxn modelId="{7606A8FD-3E0D-4673-B6DA-1E704CB27A2B}" type="presParOf" srcId="{A387A1EE-5B0C-47E2-A9E5-19E326D020E8}" destId="{C8C5D492-799B-40D1-9C69-5DBD8E04C98E}" srcOrd="3" destOrd="0" presId="urn:microsoft.com/office/officeart/2018/5/layout/IconCircleLabelList"/>
    <dgm:cxn modelId="{CC26ED64-4F1A-4275-A1D4-29EEAE4610F6}" type="presParOf" srcId="{F2A9A3CE-ADC3-4FC7-9AEC-5198C7B133CE}" destId="{DDBC4466-D577-4F54-AB17-30BEC0E33A04}" srcOrd="3" destOrd="0" presId="urn:microsoft.com/office/officeart/2018/5/layout/IconCircleLabelList"/>
    <dgm:cxn modelId="{EBC424A3-8090-46EE-BA82-110AFE96F2CC}" type="presParOf" srcId="{F2A9A3CE-ADC3-4FC7-9AEC-5198C7B133CE}" destId="{0B651C7C-1505-4CF5-8289-0DB5DDB344CF}" srcOrd="4" destOrd="0" presId="urn:microsoft.com/office/officeart/2018/5/layout/IconCircleLabelList"/>
    <dgm:cxn modelId="{C98AB147-A58F-4218-BB24-7EF38051A175}" type="presParOf" srcId="{0B651C7C-1505-4CF5-8289-0DB5DDB344CF}" destId="{CE36F286-F30B-4D72-907D-8C8EF578E811}" srcOrd="0" destOrd="0" presId="urn:microsoft.com/office/officeart/2018/5/layout/IconCircleLabelList"/>
    <dgm:cxn modelId="{A712EAA0-91C4-46C0-85E2-BD662136FBB4}" type="presParOf" srcId="{0B651C7C-1505-4CF5-8289-0DB5DDB344CF}" destId="{EFBE4191-8476-4793-AFD1-95D14EC01F79}" srcOrd="1" destOrd="0" presId="urn:microsoft.com/office/officeart/2018/5/layout/IconCircleLabelList"/>
    <dgm:cxn modelId="{6E8D08A6-5D3A-457A-B77C-7171AB69C347}" type="presParOf" srcId="{0B651C7C-1505-4CF5-8289-0DB5DDB344CF}" destId="{D7DF3C71-527D-41A4-ABBF-700799C855E4}" srcOrd="2" destOrd="0" presId="urn:microsoft.com/office/officeart/2018/5/layout/IconCircleLabelList"/>
    <dgm:cxn modelId="{EC04B573-ECE9-40DB-8D47-A8018ECD8807}" type="presParOf" srcId="{0B651C7C-1505-4CF5-8289-0DB5DDB344CF}" destId="{A0C67706-8352-4615-A7A7-7165F54D545A}" srcOrd="3" destOrd="0" presId="urn:microsoft.com/office/officeart/2018/5/layout/IconCircleLabelList"/>
    <dgm:cxn modelId="{772E87D2-B416-4A2D-A584-BD1590127B9C}" type="presParOf" srcId="{F2A9A3CE-ADC3-4FC7-9AEC-5198C7B133CE}" destId="{CEEAA114-DC96-4B02-9FD0-7FCB4740D8F1}" srcOrd="5" destOrd="0" presId="urn:microsoft.com/office/officeart/2018/5/layout/IconCircleLabelList"/>
    <dgm:cxn modelId="{2CED15B4-F836-4843-AC5C-5B719791E38E}" type="presParOf" srcId="{F2A9A3CE-ADC3-4FC7-9AEC-5198C7B133CE}" destId="{283B295B-3F65-498B-A7C5-94E54DA096C7}" srcOrd="6" destOrd="0" presId="urn:microsoft.com/office/officeart/2018/5/layout/IconCircleLabelList"/>
    <dgm:cxn modelId="{8DA8AEB3-15C0-42AF-BC8A-705E989E5C2B}" type="presParOf" srcId="{283B295B-3F65-498B-A7C5-94E54DA096C7}" destId="{C648A70D-9591-446B-B318-A35848AEF8B1}" srcOrd="0" destOrd="0" presId="urn:microsoft.com/office/officeart/2018/5/layout/IconCircleLabelList"/>
    <dgm:cxn modelId="{D2607C0F-0C0D-4369-B0B3-3492B2C9D2D8}" type="presParOf" srcId="{283B295B-3F65-498B-A7C5-94E54DA096C7}" destId="{6FFC4560-BEF2-490F-BCF7-FF333AF382D3}" srcOrd="1" destOrd="0" presId="urn:microsoft.com/office/officeart/2018/5/layout/IconCircleLabelList"/>
    <dgm:cxn modelId="{20744223-3A7E-4FD8-A5D6-1E4C6BC81188}" type="presParOf" srcId="{283B295B-3F65-498B-A7C5-94E54DA096C7}" destId="{26211727-51D2-4C6B-B58A-28865DB31611}" srcOrd="2" destOrd="0" presId="urn:microsoft.com/office/officeart/2018/5/layout/IconCircleLabelList"/>
    <dgm:cxn modelId="{623099C9-AD2D-407A-A801-88225629C432}" type="presParOf" srcId="{283B295B-3F65-498B-A7C5-94E54DA096C7}" destId="{4AA40567-3A4E-42CC-B38A-092911865F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D75601-2264-4FB5-B2D1-65DC2022BA1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0A65776-EBA2-4C89-8B98-98F89DCD5E66}">
      <dgm:prSet/>
      <dgm:spPr/>
      <dgm:t>
        <a:bodyPr/>
        <a:lstStyle/>
        <a:p>
          <a:r>
            <a:rPr lang="en-US"/>
            <a:t>• RAM – Very High Impact</a:t>
          </a:r>
        </a:p>
      </dgm:t>
    </dgm:pt>
    <dgm:pt modelId="{9E13EE0F-8448-45E2-88A8-DC95B0A07C17}" type="parTrans" cxnId="{C21D2C40-8993-48A3-BDD5-BD985622873C}">
      <dgm:prSet/>
      <dgm:spPr/>
      <dgm:t>
        <a:bodyPr/>
        <a:lstStyle/>
        <a:p>
          <a:endParaRPr lang="en-US"/>
        </a:p>
      </dgm:t>
    </dgm:pt>
    <dgm:pt modelId="{D8348E9E-6B2A-4A1A-84E0-A58BE8A8651E}" type="sibTrans" cxnId="{C21D2C40-8993-48A3-BDD5-BD985622873C}">
      <dgm:prSet/>
      <dgm:spPr/>
      <dgm:t>
        <a:bodyPr/>
        <a:lstStyle/>
        <a:p>
          <a:endParaRPr lang="en-US"/>
        </a:p>
      </dgm:t>
    </dgm:pt>
    <dgm:pt modelId="{45D30354-C999-4FDF-949D-579787D3A035}">
      <dgm:prSet/>
      <dgm:spPr/>
      <dgm:t>
        <a:bodyPr/>
        <a:lstStyle/>
        <a:p>
          <a:r>
            <a:rPr lang="en-US"/>
            <a:t>• Internal Memory – High Impact</a:t>
          </a:r>
        </a:p>
      </dgm:t>
    </dgm:pt>
    <dgm:pt modelId="{1A2EC38E-EBF2-4912-9AC9-DB49FF6ED1A7}" type="parTrans" cxnId="{C53C9BDD-E9E7-4336-9F5C-3FBB10EBA3F9}">
      <dgm:prSet/>
      <dgm:spPr/>
      <dgm:t>
        <a:bodyPr/>
        <a:lstStyle/>
        <a:p>
          <a:endParaRPr lang="en-US"/>
        </a:p>
      </dgm:t>
    </dgm:pt>
    <dgm:pt modelId="{32DBA11D-0C85-45D2-927B-326C7496A657}" type="sibTrans" cxnId="{C53C9BDD-E9E7-4336-9F5C-3FBB10EBA3F9}">
      <dgm:prSet/>
      <dgm:spPr/>
      <dgm:t>
        <a:bodyPr/>
        <a:lstStyle/>
        <a:p>
          <a:endParaRPr lang="en-US"/>
        </a:p>
      </dgm:t>
    </dgm:pt>
    <dgm:pt modelId="{763F8E93-EBBF-44DA-8877-02B82983EE4A}">
      <dgm:prSet/>
      <dgm:spPr/>
      <dgm:t>
        <a:bodyPr/>
        <a:lstStyle/>
        <a:p>
          <a:r>
            <a:rPr lang="en-US"/>
            <a:t>• Processor – High Impact</a:t>
          </a:r>
        </a:p>
      </dgm:t>
    </dgm:pt>
    <dgm:pt modelId="{E562C7EC-581F-470F-8F74-C2F142D4CC5A}" type="parTrans" cxnId="{F4CEF08B-60FF-43F1-B899-F2F2073BB254}">
      <dgm:prSet/>
      <dgm:spPr/>
      <dgm:t>
        <a:bodyPr/>
        <a:lstStyle/>
        <a:p>
          <a:endParaRPr lang="en-US"/>
        </a:p>
      </dgm:t>
    </dgm:pt>
    <dgm:pt modelId="{64148199-B45B-490F-B63D-98F015E58EEB}" type="sibTrans" cxnId="{F4CEF08B-60FF-43F1-B899-F2F2073BB254}">
      <dgm:prSet/>
      <dgm:spPr/>
      <dgm:t>
        <a:bodyPr/>
        <a:lstStyle/>
        <a:p>
          <a:endParaRPr lang="en-US"/>
        </a:p>
      </dgm:t>
    </dgm:pt>
    <dgm:pt modelId="{1403F640-BA66-4080-AD5B-52EFABC18B26}">
      <dgm:prSet/>
      <dgm:spPr/>
      <dgm:t>
        <a:bodyPr/>
        <a:lstStyle/>
        <a:p>
          <a:r>
            <a:rPr lang="en-US"/>
            <a:t>• Rear Camera – Medium to High Impact</a:t>
          </a:r>
        </a:p>
      </dgm:t>
    </dgm:pt>
    <dgm:pt modelId="{BACE3E95-9D96-4E9F-B8B9-594D71629D64}" type="parTrans" cxnId="{7BAF0237-9BA0-41E0-B062-FF73937DECCA}">
      <dgm:prSet/>
      <dgm:spPr/>
      <dgm:t>
        <a:bodyPr/>
        <a:lstStyle/>
        <a:p>
          <a:endParaRPr lang="en-US"/>
        </a:p>
      </dgm:t>
    </dgm:pt>
    <dgm:pt modelId="{FD220278-B9FC-42E0-B2B2-183FA18BACDD}" type="sibTrans" cxnId="{7BAF0237-9BA0-41E0-B062-FF73937DECCA}">
      <dgm:prSet/>
      <dgm:spPr/>
      <dgm:t>
        <a:bodyPr/>
        <a:lstStyle/>
        <a:p>
          <a:endParaRPr lang="en-US"/>
        </a:p>
      </dgm:t>
    </dgm:pt>
    <dgm:pt modelId="{06D75F49-0661-4307-B3B4-1A761CC9294A}">
      <dgm:prSet/>
      <dgm:spPr/>
      <dgm:t>
        <a:bodyPr/>
        <a:lstStyle/>
        <a:p>
          <a:r>
            <a:rPr lang="en-US"/>
            <a:t>• Battery Capacity – Medium Impact</a:t>
          </a:r>
        </a:p>
      </dgm:t>
    </dgm:pt>
    <dgm:pt modelId="{7305E958-F44A-442C-9A20-5DF463097986}" type="parTrans" cxnId="{2A697C6C-D1A1-4804-8495-2A8C029C979C}">
      <dgm:prSet/>
      <dgm:spPr/>
      <dgm:t>
        <a:bodyPr/>
        <a:lstStyle/>
        <a:p>
          <a:endParaRPr lang="en-US"/>
        </a:p>
      </dgm:t>
    </dgm:pt>
    <dgm:pt modelId="{C9B09D2C-E32D-4054-BCD5-9CD7E49E2A3E}" type="sibTrans" cxnId="{2A697C6C-D1A1-4804-8495-2A8C029C979C}">
      <dgm:prSet/>
      <dgm:spPr/>
      <dgm:t>
        <a:bodyPr/>
        <a:lstStyle/>
        <a:p>
          <a:endParaRPr lang="en-US"/>
        </a:p>
      </dgm:t>
    </dgm:pt>
    <dgm:pt modelId="{D6431A22-0A13-49A9-AD33-943D5C8353FA}">
      <dgm:prSet/>
      <dgm:spPr/>
      <dgm:t>
        <a:bodyPr/>
        <a:lstStyle/>
        <a:p>
          <a:r>
            <a:rPr lang="en-US"/>
            <a:t>• Colour – Low Impact</a:t>
          </a:r>
        </a:p>
      </dgm:t>
    </dgm:pt>
    <dgm:pt modelId="{E4889738-F5F3-4ADB-B9BC-1875C48C2D1E}" type="parTrans" cxnId="{0D70A65E-1DBF-47DA-870D-4BF11FA5BD75}">
      <dgm:prSet/>
      <dgm:spPr/>
      <dgm:t>
        <a:bodyPr/>
        <a:lstStyle/>
        <a:p>
          <a:endParaRPr lang="en-US"/>
        </a:p>
      </dgm:t>
    </dgm:pt>
    <dgm:pt modelId="{B8B59BD3-0567-4FBE-A97F-53D530A80A07}" type="sibTrans" cxnId="{0D70A65E-1DBF-47DA-870D-4BF11FA5BD75}">
      <dgm:prSet/>
      <dgm:spPr/>
      <dgm:t>
        <a:bodyPr/>
        <a:lstStyle/>
        <a:p>
          <a:endParaRPr lang="en-US"/>
        </a:p>
      </dgm:t>
    </dgm:pt>
    <dgm:pt modelId="{721A7200-BC2F-4AC2-AF48-035254C3B93B}" type="pres">
      <dgm:prSet presAssocID="{97D75601-2264-4FB5-B2D1-65DC2022BA14}" presName="vert0" presStyleCnt="0">
        <dgm:presLayoutVars>
          <dgm:dir/>
          <dgm:animOne val="branch"/>
          <dgm:animLvl val="lvl"/>
        </dgm:presLayoutVars>
      </dgm:prSet>
      <dgm:spPr/>
    </dgm:pt>
    <dgm:pt modelId="{19DDBF23-A64B-4DB9-86D1-F1AC02060BD3}" type="pres">
      <dgm:prSet presAssocID="{E0A65776-EBA2-4C89-8B98-98F89DCD5E66}" presName="thickLine" presStyleLbl="alignNode1" presStyleIdx="0" presStyleCnt="6"/>
      <dgm:spPr/>
    </dgm:pt>
    <dgm:pt modelId="{DD4C43BC-4E4A-4452-AB8A-AC6500E4AEB9}" type="pres">
      <dgm:prSet presAssocID="{E0A65776-EBA2-4C89-8B98-98F89DCD5E66}" presName="horz1" presStyleCnt="0"/>
      <dgm:spPr/>
    </dgm:pt>
    <dgm:pt modelId="{E4BEA8EB-A4B4-435B-B0D6-F8A0A616F5BA}" type="pres">
      <dgm:prSet presAssocID="{E0A65776-EBA2-4C89-8B98-98F89DCD5E66}" presName="tx1" presStyleLbl="revTx" presStyleIdx="0" presStyleCnt="6"/>
      <dgm:spPr/>
    </dgm:pt>
    <dgm:pt modelId="{161A1C47-10E9-428B-8F94-B7F670603331}" type="pres">
      <dgm:prSet presAssocID="{E0A65776-EBA2-4C89-8B98-98F89DCD5E66}" presName="vert1" presStyleCnt="0"/>
      <dgm:spPr/>
    </dgm:pt>
    <dgm:pt modelId="{AAD6CCCC-0441-40CC-8D29-235B697441E8}" type="pres">
      <dgm:prSet presAssocID="{45D30354-C999-4FDF-949D-579787D3A035}" presName="thickLine" presStyleLbl="alignNode1" presStyleIdx="1" presStyleCnt="6"/>
      <dgm:spPr/>
    </dgm:pt>
    <dgm:pt modelId="{D3EE3361-E6A1-41D4-87F4-430A8F3E0681}" type="pres">
      <dgm:prSet presAssocID="{45D30354-C999-4FDF-949D-579787D3A035}" presName="horz1" presStyleCnt="0"/>
      <dgm:spPr/>
    </dgm:pt>
    <dgm:pt modelId="{70A03B60-F91D-495D-B772-3F276456FB97}" type="pres">
      <dgm:prSet presAssocID="{45D30354-C999-4FDF-949D-579787D3A035}" presName="tx1" presStyleLbl="revTx" presStyleIdx="1" presStyleCnt="6"/>
      <dgm:spPr/>
    </dgm:pt>
    <dgm:pt modelId="{B27CAACA-2D25-4606-8EDB-E4538DE53945}" type="pres">
      <dgm:prSet presAssocID="{45D30354-C999-4FDF-949D-579787D3A035}" presName="vert1" presStyleCnt="0"/>
      <dgm:spPr/>
    </dgm:pt>
    <dgm:pt modelId="{036D74B6-0E18-47EE-8D53-021DCF666188}" type="pres">
      <dgm:prSet presAssocID="{763F8E93-EBBF-44DA-8877-02B82983EE4A}" presName="thickLine" presStyleLbl="alignNode1" presStyleIdx="2" presStyleCnt="6"/>
      <dgm:spPr/>
    </dgm:pt>
    <dgm:pt modelId="{0758266E-0780-4F4A-9731-9B0EAA07CE2C}" type="pres">
      <dgm:prSet presAssocID="{763F8E93-EBBF-44DA-8877-02B82983EE4A}" presName="horz1" presStyleCnt="0"/>
      <dgm:spPr/>
    </dgm:pt>
    <dgm:pt modelId="{5C272E30-3B8E-4E6E-B0A8-CCCF9B78B134}" type="pres">
      <dgm:prSet presAssocID="{763F8E93-EBBF-44DA-8877-02B82983EE4A}" presName="tx1" presStyleLbl="revTx" presStyleIdx="2" presStyleCnt="6"/>
      <dgm:spPr/>
    </dgm:pt>
    <dgm:pt modelId="{A58918CE-74EE-4B3A-974B-DB86DEB4247D}" type="pres">
      <dgm:prSet presAssocID="{763F8E93-EBBF-44DA-8877-02B82983EE4A}" presName="vert1" presStyleCnt="0"/>
      <dgm:spPr/>
    </dgm:pt>
    <dgm:pt modelId="{32A863DD-D001-41CC-9FF1-C42989BBB360}" type="pres">
      <dgm:prSet presAssocID="{1403F640-BA66-4080-AD5B-52EFABC18B26}" presName="thickLine" presStyleLbl="alignNode1" presStyleIdx="3" presStyleCnt="6"/>
      <dgm:spPr/>
    </dgm:pt>
    <dgm:pt modelId="{9461EB64-A433-4F53-B85B-01089347A475}" type="pres">
      <dgm:prSet presAssocID="{1403F640-BA66-4080-AD5B-52EFABC18B26}" presName="horz1" presStyleCnt="0"/>
      <dgm:spPr/>
    </dgm:pt>
    <dgm:pt modelId="{05FE89BB-09A6-44D9-94CD-EC2BE573424C}" type="pres">
      <dgm:prSet presAssocID="{1403F640-BA66-4080-AD5B-52EFABC18B26}" presName="tx1" presStyleLbl="revTx" presStyleIdx="3" presStyleCnt="6"/>
      <dgm:spPr/>
    </dgm:pt>
    <dgm:pt modelId="{15DF8D11-99DF-41F4-9FAA-94F90286B50C}" type="pres">
      <dgm:prSet presAssocID="{1403F640-BA66-4080-AD5B-52EFABC18B26}" presName="vert1" presStyleCnt="0"/>
      <dgm:spPr/>
    </dgm:pt>
    <dgm:pt modelId="{EB197A4C-B9BF-4EE8-ABF6-790ABB3D7E43}" type="pres">
      <dgm:prSet presAssocID="{06D75F49-0661-4307-B3B4-1A761CC9294A}" presName="thickLine" presStyleLbl="alignNode1" presStyleIdx="4" presStyleCnt="6"/>
      <dgm:spPr/>
    </dgm:pt>
    <dgm:pt modelId="{385925A3-755F-46CE-8F29-E90AA9939077}" type="pres">
      <dgm:prSet presAssocID="{06D75F49-0661-4307-B3B4-1A761CC9294A}" presName="horz1" presStyleCnt="0"/>
      <dgm:spPr/>
    </dgm:pt>
    <dgm:pt modelId="{C61E83C6-DC90-4858-B52A-97E9C12D651F}" type="pres">
      <dgm:prSet presAssocID="{06D75F49-0661-4307-B3B4-1A761CC9294A}" presName="tx1" presStyleLbl="revTx" presStyleIdx="4" presStyleCnt="6"/>
      <dgm:spPr/>
    </dgm:pt>
    <dgm:pt modelId="{9A8DC12E-77D0-4BFA-B3D8-B64CDDBB68F2}" type="pres">
      <dgm:prSet presAssocID="{06D75F49-0661-4307-B3B4-1A761CC9294A}" presName="vert1" presStyleCnt="0"/>
      <dgm:spPr/>
    </dgm:pt>
    <dgm:pt modelId="{1EC1AD29-5422-4815-B63E-65E267F6FDCA}" type="pres">
      <dgm:prSet presAssocID="{D6431A22-0A13-49A9-AD33-943D5C8353FA}" presName="thickLine" presStyleLbl="alignNode1" presStyleIdx="5" presStyleCnt="6"/>
      <dgm:spPr/>
    </dgm:pt>
    <dgm:pt modelId="{1EC7601E-C170-4018-939B-B60CC7A9BC45}" type="pres">
      <dgm:prSet presAssocID="{D6431A22-0A13-49A9-AD33-943D5C8353FA}" presName="horz1" presStyleCnt="0"/>
      <dgm:spPr/>
    </dgm:pt>
    <dgm:pt modelId="{0B4CE244-2AE1-4B3D-BE87-2375B3DDD62C}" type="pres">
      <dgm:prSet presAssocID="{D6431A22-0A13-49A9-AD33-943D5C8353FA}" presName="tx1" presStyleLbl="revTx" presStyleIdx="5" presStyleCnt="6"/>
      <dgm:spPr/>
    </dgm:pt>
    <dgm:pt modelId="{39A7369A-8BB9-43D1-9148-730C8E7E3F87}" type="pres">
      <dgm:prSet presAssocID="{D6431A22-0A13-49A9-AD33-943D5C8353FA}" presName="vert1" presStyleCnt="0"/>
      <dgm:spPr/>
    </dgm:pt>
  </dgm:ptLst>
  <dgm:cxnLst>
    <dgm:cxn modelId="{91340031-A2EE-443C-8AAF-BFF89D225A77}" type="presOf" srcId="{06D75F49-0661-4307-B3B4-1A761CC9294A}" destId="{C61E83C6-DC90-4858-B52A-97E9C12D651F}" srcOrd="0" destOrd="0" presId="urn:microsoft.com/office/officeart/2008/layout/LinedList"/>
    <dgm:cxn modelId="{7BAF0237-9BA0-41E0-B062-FF73937DECCA}" srcId="{97D75601-2264-4FB5-B2D1-65DC2022BA14}" destId="{1403F640-BA66-4080-AD5B-52EFABC18B26}" srcOrd="3" destOrd="0" parTransId="{BACE3E95-9D96-4E9F-B8B9-594D71629D64}" sibTransId="{FD220278-B9FC-42E0-B2B2-183FA18BACDD}"/>
    <dgm:cxn modelId="{377F543E-832C-4B16-BD3D-54EF39E3A253}" type="presOf" srcId="{763F8E93-EBBF-44DA-8877-02B82983EE4A}" destId="{5C272E30-3B8E-4E6E-B0A8-CCCF9B78B134}" srcOrd="0" destOrd="0" presId="urn:microsoft.com/office/officeart/2008/layout/LinedList"/>
    <dgm:cxn modelId="{C21D2C40-8993-48A3-BDD5-BD985622873C}" srcId="{97D75601-2264-4FB5-B2D1-65DC2022BA14}" destId="{E0A65776-EBA2-4C89-8B98-98F89DCD5E66}" srcOrd="0" destOrd="0" parTransId="{9E13EE0F-8448-45E2-88A8-DC95B0A07C17}" sibTransId="{D8348E9E-6B2A-4A1A-84E0-A58BE8A8651E}"/>
    <dgm:cxn modelId="{0D70A65E-1DBF-47DA-870D-4BF11FA5BD75}" srcId="{97D75601-2264-4FB5-B2D1-65DC2022BA14}" destId="{D6431A22-0A13-49A9-AD33-943D5C8353FA}" srcOrd="5" destOrd="0" parTransId="{E4889738-F5F3-4ADB-B9BC-1875C48C2D1E}" sibTransId="{B8B59BD3-0567-4FBE-A97F-53D530A80A07}"/>
    <dgm:cxn modelId="{2A697C6C-D1A1-4804-8495-2A8C029C979C}" srcId="{97D75601-2264-4FB5-B2D1-65DC2022BA14}" destId="{06D75F49-0661-4307-B3B4-1A761CC9294A}" srcOrd="4" destOrd="0" parTransId="{7305E958-F44A-442C-9A20-5DF463097986}" sibTransId="{C9B09D2C-E32D-4054-BCD5-9CD7E49E2A3E}"/>
    <dgm:cxn modelId="{CC52E586-9A63-4993-8357-467309875F9B}" type="presOf" srcId="{1403F640-BA66-4080-AD5B-52EFABC18B26}" destId="{05FE89BB-09A6-44D9-94CD-EC2BE573424C}" srcOrd="0" destOrd="0" presId="urn:microsoft.com/office/officeart/2008/layout/LinedList"/>
    <dgm:cxn modelId="{F4CEF08B-60FF-43F1-B899-F2F2073BB254}" srcId="{97D75601-2264-4FB5-B2D1-65DC2022BA14}" destId="{763F8E93-EBBF-44DA-8877-02B82983EE4A}" srcOrd="2" destOrd="0" parTransId="{E562C7EC-581F-470F-8F74-C2F142D4CC5A}" sibTransId="{64148199-B45B-490F-B63D-98F015E58EEB}"/>
    <dgm:cxn modelId="{C34FF3A1-8904-408F-8008-8FE56A06F946}" type="presOf" srcId="{97D75601-2264-4FB5-B2D1-65DC2022BA14}" destId="{721A7200-BC2F-4AC2-AF48-035254C3B93B}" srcOrd="0" destOrd="0" presId="urn:microsoft.com/office/officeart/2008/layout/LinedList"/>
    <dgm:cxn modelId="{80F49EA8-BFF8-4AE6-A3B5-7845F74338BE}" type="presOf" srcId="{45D30354-C999-4FDF-949D-579787D3A035}" destId="{70A03B60-F91D-495D-B772-3F276456FB97}" srcOrd="0" destOrd="0" presId="urn:microsoft.com/office/officeart/2008/layout/LinedList"/>
    <dgm:cxn modelId="{6B489AAD-A330-484B-B866-E7A69DE23F0D}" type="presOf" srcId="{E0A65776-EBA2-4C89-8B98-98F89DCD5E66}" destId="{E4BEA8EB-A4B4-435B-B0D6-F8A0A616F5BA}" srcOrd="0" destOrd="0" presId="urn:microsoft.com/office/officeart/2008/layout/LinedList"/>
    <dgm:cxn modelId="{C53C9BDD-E9E7-4336-9F5C-3FBB10EBA3F9}" srcId="{97D75601-2264-4FB5-B2D1-65DC2022BA14}" destId="{45D30354-C999-4FDF-949D-579787D3A035}" srcOrd="1" destOrd="0" parTransId="{1A2EC38E-EBF2-4912-9AC9-DB49FF6ED1A7}" sibTransId="{32DBA11D-0C85-45D2-927B-326C7496A657}"/>
    <dgm:cxn modelId="{98BA1CED-0E10-4996-B7AA-AC974F123C44}" type="presOf" srcId="{D6431A22-0A13-49A9-AD33-943D5C8353FA}" destId="{0B4CE244-2AE1-4B3D-BE87-2375B3DDD62C}" srcOrd="0" destOrd="0" presId="urn:microsoft.com/office/officeart/2008/layout/LinedList"/>
    <dgm:cxn modelId="{8A8F88F1-0E99-4B27-A8E8-B9910D22BE18}" type="presParOf" srcId="{721A7200-BC2F-4AC2-AF48-035254C3B93B}" destId="{19DDBF23-A64B-4DB9-86D1-F1AC02060BD3}" srcOrd="0" destOrd="0" presId="urn:microsoft.com/office/officeart/2008/layout/LinedList"/>
    <dgm:cxn modelId="{AF538D29-0E5B-4267-87C3-0A86AF542B13}" type="presParOf" srcId="{721A7200-BC2F-4AC2-AF48-035254C3B93B}" destId="{DD4C43BC-4E4A-4452-AB8A-AC6500E4AEB9}" srcOrd="1" destOrd="0" presId="urn:microsoft.com/office/officeart/2008/layout/LinedList"/>
    <dgm:cxn modelId="{6ECD381B-574C-4598-9D6E-711B93CC651B}" type="presParOf" srcId="{DD4C43BC-4E4A-4452-AB8A-AC6500E4AEB9}" destId="{E4BEA8EB-A4B4-435B-B0D6-F8A0A616F5BA}" srcOrd="0" destOrd="0" presId="urn:microsoft.com/office/officeart/2008/layout/LinedList"/>
    <dgm:cxn modelId="{169C1DD0-3A06-4DE2-8C15-BA66D3D66F71}" type="presParOf" srcId="{DD4C43BC-4E4A-4452-AB8A-AC6500E4AEB9}" destId="{161A1C47-10E9-428B-8F94-B7F670603331}" srcOrd="1" destOrd="0" presId="urn:microsoft.com/office/officeart/2008/layout/LinedList"/>
    <dgm:cxn modelId="{CFC4B2AF-05F2-4E8B-8F9D-30678664E601}" type="presParOf" srcId="{721A7200-BC2F-4AC2-AF48-035254C3B93B}" destId="{AAD6CCCC-0441-40CC-8D29-235B697441E8}" srcOrd="2" destOrd="0" presId="urn:microsoft.com/office/officeart/2008/layout/LinedList"/>
    <dgm:cxn modelId="{FE0D23CC-CD2C-4B9D-9F8E-68EF72A6BAFA}" type="presParOf" srcId="{721A7200-BC2F-4AC2-AF48-035254C3B93B}" destId="{D3EE3361-E6A1-41D4-87F4-430A8F3E0681}" srcOrd="3" destOrd="0" presId="urn:microsoft.com/office/officeart/2008/layout/LinedList"/>
    <dgm:cxn modelId="{98858A70-3DA8-4780-80C1-23A9EEACC2A6}" type="presParOf" srcId="{D3EE3361-E6A1-41D4-87F4-430A8F3E0681}" destId="{70A03B60-F91D-495D-B772-3F276456FB97}" srcOrd="0" destOrd="0" presId="urn:microsoft.com/office/officeart/2008/layout/LinedList"/>
    <dgm:cxn modelId="{6D10360C-A760-4DBE-84EB-9D05C0D3A806}" type="presParOf" srcId="{D3EE3361-E6A1-41D4-87F4-430A8F3E0681}" destId="{B27CAACA-2D25-4606-8EDB-E4538DE53945}" srcOrd="1" destOrd="0" presId="urn:microsoft.com/office/officeart/2008/layout/LinedList"/>
    <dgm:cxn modelId="{41200AC1-8600-4BA3-8E9F-6A686CF166B3}" type="presParOf" srcId="{721A7200-BC2F-4AC2-AF48-035254C3B93B}" destId="{036D74B6-0E18-47EE-8D53-021DCF666188}" srcOrd="4" destOrd="0" presId="urn:microsoft.com/office/officeart/2008/layout/LinedList"/>
    <dgm:cxn modelId="{DFDF48FD-4923-4BE9-9CD0-9F6D07418B6C}" type="presParOf" srcId="{721A7200-BC2F-4AC2-AF48-035254C3B93B}" destId="{0758266E-0780-4F4A-9731-9B0EAA07CE2C}" srcOrd="5" destOrd="0" presId="urn:microsoft.com/office/officeart/2008/layout/LinedList"/>
    <dgm:cxn modelId="{ADB7847A-8995-43E3-B63C-EAA7F7BFE0A5}" type="presParOf" srcId="{0758266E-0780-4F4A-9731-9B0EAA07CE2C}" destId="{5C272E30-3B8E-4E6E-B0A8-CCCF9B78B134}" srcOrd="0" destOrd="0" presId="urn:microsoft.com/office/officeart/2008/layout/LinedList"/>
    <dgm:cxn modelId="{A75C7D10-D0DE-4EF7-A7C7-132779D0E3D7}" type="presParOf" srcId="{0758266E-0780-4F4A-9731-9B0EAA07CE2C}" destId="{A58918CE-74EE-4B3A-974B-DB86DEB4247D}" srcOrd="1" destOrd="0" presId="urn:microsoft.com/office/officeart/2008/layout/LinedList"/>
    <dgm:cxn modelId="{7566BA33-F34F-41FB-8435-F6772EE51F3E}" type="presParOf" srcId="{721A7200-BC2F-4AC2-AF48-035254C3B93B}" destId="{32A863DD-D001-41CC-9FF1-C42989BBB360}" srcOrd="6" destOrd="0" presId="urn:microsoft.com/office/officeart/2008/layout/LinedList"/>
    <dgm:cxn modelId="{C0E9B1E4-4F13-44C9-ADB1-D82D84AC0652}" type="presParOf" srcId="{721A7200-BC2F-4AC2-AF48-035254C3B93B}" destId="{9461EB64-A433-4F53-B85B-01089347A475}" srcOrd="7" destOrd="0" presId="urn:microsoft.com/office/officeart/2008/layout/LinedList"/>
    <dgm:cxn modelId="{71EC739B-BE9A-48FB-A027-7EC5B631105D}" type="presParOf" srcId="{9461EB64-A433-4F53-B85B-01089347A475}" destId="{05FE89BB-09A6-44D9-94CD-EC2BE573424C}" srcOrd="0" destOrd="0" presId="urn:microsoft.com/office/officeart/2008/layout/LinedList"/>
    <dgm:cxn modelId="{41C083C2-0056-4D57-B101-CD96A77EA759}" type="presParOf" srcId="{9461EB64-A433-4F53-B85B-01089347A475}" destId="{15DF8D11-99DF-41F4-9FAA-94F90286B50C}" srcOrd="1" destOrd="0" presId="urn:microsoft.com/office/officeart/2008/layout/LinedList"/>
    <dgm:cxn modelId="{9AC5B5E1-F58E-41BA-B520-30F87DFF60E6}" type="presParOf" srcId="{721A7200-BC2F-4AC2-AF48-035254C3B93B}" destId="{EB197A4C-B9BF-4EE8-ABF6-790ABB3D7E43}" srcOrd="8" destOrd="0" presId="urn:microsoft.com/office/officeart/2008/layout/LinedList"/>
    <dgm:cxn modelId="{FF5B630D-983B-475A-B1D2-A14B0AC8B6E4}" type="presParOf" srcId="{721A7200-BC2F-4AC2-AF48-035254C3B93B}" destId="{385925A3-755F-46CE-8F29-E90AA9939077}" srcOrd="9" destOrd="0" presId="urn:microsoft.com/office/officeart/2008/layout/LinedList"/>
    <dgm:cxn modelId="{7E01FB2A-FD43-4484-8307-D4E0B2FEE9C8}" type="presParOf" srcId="{385925A3-755F-46CE-8F29-E90AA9939077}" destId="{C61E83C6-DC90-4858-B52A-97E9C12D651F}" srcOrd="0" destOrd="0" presId="urn:microsoft.com/office/officeart/2008/layout/LinedList"/>
    <dgm:cxn modelId="{595217FD-A196-4840-AF00-034D4B35F142}" type="presParOf" srcId="{385925A3-755F-46CE-8F29-E90AA9939077}" destId="{9A8DC12E-77D0-4BFA-B3D8-B64CDDBB68F2}" srcOrd="1" destOrd="0" presId="urn:microsoft.com/office/officeart/2008/layout/LinedList"/>
    <dgm:cxn modelId="{E18EEE07-FED6-4643-A24F-5080B2C779B8}" type="presParOf" srcId="{721A7200-BC2F-4AC2-AF48-035254C3B93B}" destId="{1EC1AD29-5422-4815-B63E-65E267F6FDCA}" srcOrd="10" destOrd="0" presId="urn:microsoft.com/office/officeart/2008/layout/LinedList"/>
    <dgm:cxn modelId="{39A8635E-8701-4F57-B5BB-AD9066A14A11}" type="presParOf" srcId="{721A7200-BC2F-4AC2-AF48-035254C3B93B}" destId="{1EC7601E-C170-4018-939B-B60CC7A9BC45}" srcOrd="11" destOrd="0" presId="urn:microsoft.com/office/officeart/2008/layout/LinedList"/>
    <dgm:cxn modelId="{0979F0E7-DF05-44DF-836A-1FA56696DDFA}" type="presParOf" srcId="{1EC7601E-C170-4018-939B-B60CC7A9BC45}" destId="{0B4CE244-2AE1-4B3D-BE87-2375B3DDD62C}" srcOrd="0" destOrd="0" presId="urn:microsoft.com/office/officeart/2008/layout/LinedList"/>
    <dgm:cxn modelId="{E083F259-733B-4381-87B7-95570931507C}" type="presParOf" srcId="{1EC7601E-C170-4018-939B-B60CC7A9BC45}" destId="{39A7369A-8BB9-43D1-9148-730C8E7E3F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F6793A-D513-4BAF-A677-DC407392C85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33E6639B-C4FB-4195-962F-18AAF060B3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Train-Test Split (80-20)</a:t>
          </a:r>
        </a:p>
      </dgm:t>
    </dgm:pt>
    <dgm:pt modelId="{5921B898-58AD-42F0-BBA3-3F8FD45E2596}" type="parTrans" cxnId="{FD875271-E4A2-4B52-98FB-EB58A6EFD5EE}">
      <dgm:prSet/>
      <dgm:spPr/>
      <dgm:t>
        <a:bodyPr/>
        <a:lstStyle/>
        <a:p>
          <a:endParaRPr lang="en-US"/>
        </a:p>
      </dgm:t>
    </dgm:pt>
    <dgm:pt modelId="{EF83B821-9DC3-41A9-9161-AFBE1840D3E0}" type="sibTrans" cxnId="{FD875271-E4A2-4B52-98FB-EB58A6EFD5EE}">
      <dgm:prSet/>
      <dgm:spPr/>
      <dgm:t>
        <a:bodyPr/>
        <a:lstStyle/>
        <a:p>
          <a:endParaRPr lang="en-US"/>
        </a:p>
      </dgm:t>
    </dgm:pt>
    <dgm:pt modelId="{3FA98767-E8D5-453F-90EC-A2D1C90E0B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Linear Regression Model</a:t>
          </a:r>
        </a:p>
      </dgm:t>
    </dgm:pt>
    <dgm:pt modelId="{E5F47F11-F066-4DF2-9CCC-5B1368AF1271}" type="parTrans" cxnId="{18B31020-A409-4F28-8E03-9DF3094F290E}">
      <dgm:prSet/>
      <dgm:spPr/>
      <dgm:t>
        <a:bodyPr/>
        <a:lstStyle/>
        <a:p>
          <a:endParaRPr lang="en-US"/>
        </a:p>
      </dgm:t>
    </dgm:pt>
    <dgm:pt modelId="{14A69F19-F3E5-4C7F-A534-5968BF20B4AF}" type="sibTrans" cxnId="{18B31020-A409-4F28-8E03-9DF3094F290E}">
      <dgm:prSet/>
      <dgm:spPr/>
      <dgm:t>
        <a:bodyPr/>
        <a:lstStyle/>
        <a:p>
          <a:endParaRPr lang="en-US"/>
        </a:p>
      </dgm:t>
    </dgm:pt>
    <dgm:pt modelId="{2EB4749D-797A-41D2-84FA-BFF383E37E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Random Forest Regressor</a:t>
          </a:r>
        </a:p>
      </dgm:t>
    </dgm:pt>
    <dgm:pt modelId="{383B4CEE-8D5D-470C-A6FA-927585EF01AF}" type="parTrans" cxnId="{E7060DE9-E6BB-4917-8841-6CA004C68BE0}">
      <dgm:prSet/>
      <dgm:spPr/>
      <dgm:t>
        <a:bodyPr/>
        <a:lstStyle/>
        <a:p>
          <a:endParaRPr lang="en-US"/>
        </a:p>
      </dgm:t>
    </dgm:pt>
    <dgm:pt modelId="{721DF284-3A95-40CE-B05D-F6BD237A9388}" type="sibTrans" cxnId="{E7060DE9-E6BB-4917-8841-6CA004C68BE0}">
      <dgm:prSet/>
      <dgm:spPr/>
      <dgm:t>
        <a:bodyPr/>
        <a:lstStyle/>
        <a:p>
          <a:endParaRPr lang="en-US"/>
        </a:p>
      </dgm:t>
    </dgm:pt>
    <dgm:pt modelId="{0B5D32D3-C8C4-4430-95EF-CC525002A4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Compared performance metrics</a:t>
          </a:r>
        </a:p>
      </dgm:t>
    </dgm:pt>
    <dgm:pt modelId="{D65966B7-D344-475F-9C84-631F2B061DDD}" type="parTrans" cxnId="{EE417D55-E1D1-4AAC-BE66-3D98BCC669B5}">
      <dgm:prSet/>
      <dgm:spPr/>
      <dgm:t>
        <a:bodyPr/>
        <a:lstStyle/>
        <a:p>
          <a:endParaRPr lang="en-US"/>
        </a:p>
      </dgm:t>
    </dgm:pt>
    <dgm:pt modelId="{8103A807-9B6B-446C-9149-90A64204270F}" type="sibTrans" cxnId="{EE417D55-E1D1-4AAC-BE66-3D98BCC669B5}">
      <dgm:prSet/>
      <dgm:spPr/>
      <dgm:t>
        <a:bodyPr/>
        <a:lstStyle/>
        <a:p>
          <a:endParaRPr lang="en-US"/>
        </a:p>
      </dgm:t>
    </dgm:pt>
    <dgm:pt modelId="{A776E6E5-1E16-42DA-B34E-C9A566DB2463}" type="pres">
      <dgm:prSet presAssocID="{F7F6793A-D513-4BAF-A677-DC407392C857}" presName="root" presStyleCnt="0">
        <dgm:presLayoutVars>
          <dgm:dir/>
          <dgm:resizeHandles val="exact"/>
        </dgm:presLayoutVars>
      </dgm:prSet>
      <dgm:spPr/>
    </dgm:pt>
    <dgm:pt modelId="{985DCE8F-8799-4485-A5AE-B11745FCD121}" type="pres">
      <dgm:prSet presAssocID="{33E6639B-C4FB-4195-962F-18AAF060B3C3}" presName="compNode" presStyleCnt="0"/>
      <dgm:spPr/>
    </dgm:pt>
    <dgm:pt modelId="{B2B6E97A-C4E9-4F5B-8EAB-5DEF7128C2F8}" type="pres">
      <dgm:prSet presAssocID="{33E6639B-C4FB-4195-962F-18AAF060B3C3}" presName="iconBgRect" presStyleLbl="bgShp" presStyleIdx="0" presStyleCnt="4"/>
      <dgm:spPr/>
    </dgm:pt>
    <dgm:pt modelId="{B6973F02-0CF5-45C7-A617-CE3FDF678B7D}" type="pres">
      <dgm:prSet presAssocID="{33E6639B-C4FB-4195-962F-18AAF060B3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717D7541-68CB-4EE8-AB31-ED02594B8FB6}" type="pres">
      <dgm:prSet presAssocID="{33E6639B-C4FB-4195-962F-18AAF060B3C3}" presName="spaceRect" presStyleCnt="0"/>
      <dgm:spPr/>
    </dgm:pt>
    <dgm:pt modelId="{0D029F0F-E584-4024-9AB3-E27F9542824A}" type="pres">
      <dgm:prSet presAssocID="{33E6639B-C4FB-4195-962F-18AAF060B3C3}" presName="textRect" presStyleLbl="revTx" presStyleIdx="0" presStyleCnt="4">
        <dgm:presLayoutVars>
          <dgm:chMax val="1"/>
          <dgm:chPref val="1"/>
        </dgm:presLayoutVars>
      </dgm:prSet>
      <dgm:spPr/>
    </dgm:pt>
    <dgm:pt modelId="{978623C2-B008-49AA-BE7C-D46F926D0747}" type="pres">
      <dgm:prSet presAssocID="{EF83B821-9DC3-41A9-9161-AFBE1840D3E0}" presName="sibTrans" presStyleCnt="0"/>
      <dgm:spPr/>
    </dgm:pt>
    <dgm:pt modelId="{5E2EECCF-8E94-4A70-B65A-175AFB094CA8}" type="pres">
      <dgm:prSet presAssocID="{3FA98767-E8D5-453F-90EC-A2D1C90E0B25}" presName="compNode" presStyleCnt="0"/>
      <dgm:spPr/>
    </dgm:pt>
    <dgm:pt modelId="{A8BA081B-5556-4837-B01D-F7A7FFB2E46C}" type="pres">
      <dgm:prSet presAssocID="{3FA98767-E8D5-453F-90EC-A2D1C90E0B25}" presName="iconBgRect" presStyleLbl="bgShp" presStyleIdx="1" presStyleCnt="4"/>
      <dgm:spPr/>
    </dgm:pt>
    <dgm:pt modelId="{05ED0738-36BA-4420-91BB-4508766AC088}" type="pres">
      <dgm:prSet presAssocID="{3FA98767-E8D5-453F-90EC-A2D1C90E0B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40F0CC4-9101-4ED4-BC14-BCC5A5962DCC}" type="pres">
      <dgm:prSet presAssocID="{3FA98767-E8D5-453F-90EC-A2D1C90E0B25}" presName="spaceRect" presStyleCnt="0"/>
      <dgm:spPr/>
    </dgm:pt>
    <dgm:pt modelId="{F31949C1-4080-4780-B146-B02C0A2F349A}" type="pres">
      <dgm:prSet presAssocID="{3FA98767-E8D5-453F-90EC-A2D1C90E0B25}" presName="textRect" presStyleLbl="revTx" presStyleIdx="1" presStyleCnt="4">
        <dgm:presLayoutVars>
          <dgm:chMax val="1"/>
          <dgm:chPref val="1"/>
        </dgm:presLayoutVars>
      </dgm:prSet>
      <dgm:spPr/>
    </dgm:pt>
    <dgm:pt modelId="{25CEFA4F-EDCA-44CC-BDFB-332564EB77BD}" type="pres">
      <dgm:prSet presAssocID="{14A69F19-F3E5-4C7F-A534-5968BF20B4AF}" presName="sibTrans" presStyleCnt="0"/>
      <dgm:spPr/>
    </dgm:pt>
    <dgm:pt modelId="{54AB32AD-32C3-4663-81DA-97E0EE5395D6}" type="pres">
      <dgm:prSet presAssocID="{2EB4749D-797A-41D2-84FA-BFF383E37E2C}" presName="compNode" presStyleCnt="0"/>
      <dgm:spPr/>
    </dgm:pt>
    <dgm:pt modelId="{518D3991-6AC2-427C-B78D-9FA8F1B39E09}" type="pres">
      <dgm:prSet presAssocID="{2EB4749D-797A-41D2-84FA-BFF383E37E2C}" presName="iconBgRect" presStyleLbl="bgShp" presStyleIdx="2" presStyleCnt="4"/>
      <dgm:spPr/>
    </dgm:pt>
    <dgm:pt modelId="{8E49E1C0-0DC8-44ED-85FA-328E38977305}" type="pres">
      <dgm:prSet presAssocID="{2EB4749D-797A-41D2-84FA-BFF383E37E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85359A4D-2BB4-4AFD-BF94-8F547C0F1A27}" type="pres">
      <dgm:prSet presAssocID="{2EB4749D-797A-41D2-84FA-BFF383E37E2C}" presName="spaceRect" presStyleCnt="0"/>
      <dgm:spPr/>
    </dgm:pt>
    <dgm:pt modelId="{4AE2A6EE-C4BE-43FB-94DE-2EF1591F1DDA}" type="pres">
      <dgm:prSet presAssocID="{2EB4749D-797A-41D2-84FA-BFF383E37E2C}" presName="textRect" presStyleLbl="revTx" presStyleIdx="2" presStyleCnt="4">
        <dgm:presLayoutVars>
          <dgm:chMax val="1"/>
          <dgm:chPref val="1"/>
        </dgm:presLayoutVars>
      </dgm:prSet>
      <dgm:spPr/>
    </dgm:pt>
    <dgm:pt modelId="{0BFD209F-EFCE-4849-A003-DC59CE344D2C}" type="pres">
      <dgm:prSet presAssocID="{721DF284-3A95-40CE-B05D-F6BD237A9388}" presName="sibTrans" presStyleCnt="0"/>
      <dgm:spPr/>
    </dgm:pt>
    <dgm:pt modelId="{01E70F90-0609-4A51-B1A0-D8EEA57DB27A}" type="pres">
      <dgm:prSet presAssocID="{0B5D32D3-C8C4-4430-95EF-CC525002A428}" presName="compNode" presStyleCnt="0"/>
      <dgm:spPr/>
    </dgm:pt>
    <dgm:pt modelId="{3093B27F-7FBE-4B8E-A2CB-1F50C1E5FF45}" type="pres">
      <dgm:prSet presAssocID="{0B5D32D3-C8C4-4430-95EF-CC525002A428}" presName="iconBgRect" presStyleLbl="bgShp" presStyleIdx="3" presStyleCnt="4"/>
      <dgm:spPr/>
    </dgm:pt>
    <dgm:pt modelId="{B3F5F636-08AF-4C77-9DBC-46A8570E36DF}" type="pres">
      <dgm:prSet presAssocID="{0B5D32D3-C8C4-4430-95EF-CC525002A4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53D3C3-786D-49DD-8275-A63D17E33851}" type="pres">
      <dgm:prSet presAssocID="{0B5D32D3-C8C4-4430-95EF-CC525002A428}" presName="spaceRect" presStyleCnt="0"/>
      <dgm:spPr/>
    </dgm:pt>
    <dgm:pt modelId="{F8CEBBBA-9EE8-4669-98CE-397860DE3448}" type="pres">
      <dgm:prSet presAssocID="{0B5D32D3-C8C4-4430-95EF-CC525002A4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B31020-A409-4F28-8E03-9DF3094F290E}" srcId="{F7F6793A-D513-4BAF-A677-DC407392C857}" destId="{3FA98767-E8D5-453F-90EC-A2D1C90E0B25}" srcOrd="1" destOrd="0" parTransId="{E5F47F11-F066-4DF2-9CCC-5B1368AF1271}" sibTransId="{14A69F19-F3E5-4C7F-A534-5968BF20B4AF}"/>
    <dgm:cxn modelId="{FD875271-E4A2-4B52-98FB-EB58A6EFD5EE}" srcId="{F7F6793A-D513-4BAF-A677-DC407392C857}" destId="{33E6639B-C4FB-4195-962F-18AAF060B3C3}" srcOrd="0" destOrd="0" parTransId="{5921B898-58AD-42F0-BBA3-3F8FD45E2596}" sibTransId="{EF83B821-9DC3-41A9-9161-AFBE1840D3E0}"/>
    <dgm:cxn modelId="{C82D0573-2380-484B-B136-6D16D6883677}" type="presOf" srcId="{3FA98767-E8D5-453F-90EC-A2D1C90E0B25}" destId="{F31949C1-4080-4780-B146-B02C0A2F349A}" srcOrd="0" destOrd="0" presId="urn:microsoft.com/office/officeart/2018/5/layout/IconCircleLabelList"/>
    <dgm:cxn modelId="{EE417D55-E1D1-4AAC-BE66-3D98BCC669B5}" srcId="{F7F6793A-D513-4BAF-A677-DC407392C857}" destId="{0B5D32D3-C8C4-4430-95EF-CC525002A428}" srcOrd="3" destOrd="0" parTransId="{D65966B7-D344-475F-9C84-631F2B061DDD}" sibTransId="{8103A807-9B6B-446C-9149-90A64204270F}"/>
    <dgm:cxn modelId="{BABF4F9C-6D45-41CB-B586-27B87A064CE8}" type="presOf" srcId="{0B5D32D3-C8C4-4430-95EF-CC525002A428}" destId="{F8CEBBBA-9EE8-4669-98CE-397860DE3448}" srcOrd="0" destOrd="0" presId="urn:microsoft.com/office/officeart/2018/5/layout/IconCircleLabelList"/>
    <dgm:cxn modelId="{04D585C7-2BEE-4E97-BA7B-043C752C1F60}" type="presOf" srcId="{2EB4749D-797A-41D2-84FA-BFF383E37E2C}" destId="{4AE2A6EE-C4BE-43FB-94DE-2EF1591F1DDA}" srcOrd="0" destOrd="0" presId="urn:microsoft.com/office/officeart/2018/5/layout/IconCircleLabelList"/>
    <dgm:cxn modelId="{86DCA6C7-3FEA-4A91-834C-202758F36A7D}" type="presOf" srcId="{33E6639B-C4FB-4195-962F-18AAF060B3C3}" destId="{0D029F0F-E584-4024-9AB3-E27F9542824A}" srcOrd="0" destOrd="0" presId="urn:microsoft.com/office/officeart/2018/5/layout/IconCircleLabelList"/>
    <dgm:cxn modelId="{BAA5A6D3-E2E3-455B-B4D4-3BA506E1DC51}" type="presOf" srcId="{F7F6793A-D513-4BAF-A677-DC407392C857}" destId="{A776E6E5-1E16-42DA-B34E-C9A566DB2463}" srcOrd="0" destOrd="0" presId="urn:microsoft.com/office/officeart/2018/5/layout/IconCircleLabelList"/>
    <dgm:cxn modelId="{E7060DE9-E6BB-4917-8841-6CA004C68BE0}" srcId="{F7F6793A-D513-4BAF-A677-DC407392C857}" destId="{2EB4749D-797A-41D2-84FA-BFF383E37E2C}" srcOrd="2" destOrd="0" parTransId="{383B4CEE-8D5D-470C-A6FA-927585EF01AF}" sibTransId="{721DF284-3A95-40CE-B05D-F6BD237A9388}"/>
    <dgm:cxn modelId="{51C87EF5-36F0-451F-AC98-9EEAE6CB020E}" type="presParOf" srcId="{A776E6E5-1E16-42DA-B34E-C9A566DB2463}" destId="{985DCE8F-8799-4485-A5AE-B11745FCD121}" srcOrd="0" destOrd="0" presId="urn:microsoft.com/office/officeart/2018/5/layout/IconCircleLabelList"/>
    <dgm:cxn modelId="{A16264C6-9848-4794-8184-CAD9BFFCE084}" type="presParOf" srcId="{985DCE8F-8799-4485-A5AE-B11745FCD121}" destId="{B2B6E97A-C4E9-4F5B-8EAB-5DEF7128C2F8}" srcOrd="0" destOrd="0" presId="urn:microsoft.com/office/officeart/2018/5/layout/IconCircleLabelList"/>
    <dgm:cxn modelId="{05C6091A-9B19-4AAC-9CE8-3234C3B96F99}" type="presParOf" srcId="{985DCE8F-8799-4485-A5AE-B11745FCD121}" destId="{B6973F02-0CF5-45C7-A617-CE3FDF678B7D}" srcOrd="1" destOrd="0" presId="urn:microsoft.com/office/officeart/2018/5/layout/IconCircleLabelList"/>
    <dgm:cxn modelId="{132B3855-E89E-4E45-A668-9FF1E2BAFAD2}" type="presParOf" srcId="{985DCE8F-8799-4485-A5AE-B11745FCD121}" destId="{717D7541-68CB-4EE8-AB31-ED02594B8FB6}" srcOrd="2" destOrd="0" presId="urn:microsoft.com/office/officeart/2018/5/layout/IconCircleLabelList"/>
    <dgm:cxn modelId="{F26A93E8-4E61-4505-987F-0EBD3BAA46EA}" type="presParOf" srcId="{985DCE8F-8799-4485-A5AE-B11745FCD121}" destId="{0D029F0F-E584-4024-9AB3-E27F9542824A}" srcOrd="3" destOrd="0" presId="urn:microsoft.com/office/officeart/2018/5/layout/IconCircleLabelList"/>
    <dgm:cxn modelId="{A5917702-939C-45C5-8B5D-25D5BCD84C68}" type="presParOf" srcId="{A776E6E5-1E16-42DA-B34E-C9A566DB2463}" destId="{978623C2-B008-49AA-BE7C-D46F926D0747}" srcOrd="1" destOrd="0" presId="urn:microsoft.com/office/officeart/2018/5/layout/IconCircleLabelList"/>
    <dgm:cxn modelId="{81694C52-84D1-487A-996C-43DFEF1AE019}" type="presParOf" srcId="{A776E6E5-1E16-42DA-B34E-C9A566DB2463}" destId="{5E2EECCF-8E94-4A70-B65A-175AFB094CA8}" srcOrd="2" destOrd="0" presId="urn:microsoft.com/office/officeart/2018/5/layout/IconCircleLabelList"/>
    <dgm:cxn modelId="{09DA15F6-C1F1-48E1-B42C-58BF6DDBFEA5}" type="presParOf" srcId="{5E2EECCF-8E94-4A70-B65A-175AFB094CA8}" destId="{A8BA081B-5556-4837-B01D-F7A7FFB2E46C}" srcOrd="0" destOrd="0" presId="urn:microsoft.com/office/officeart/2018/5/layout/IconCircleLabelList"/>
    <dgm:cxn modelId="{800CBF14-B648-4644-8DB0-19BB5E9A004A}" type="presParOf" srcId="{5E2EECCF-8E94-4A70-B65A-175AFB094CA8}" destId="{05ED0738-36BA-4420-91BB-4508766AC088}" srcOrd="1" destOrd="0" presId="urn:microsoft.com/office/officeart/2018/5/layout/IconCircleLabelList"/>
    <dgm:cxn modelId="{57E62B7A-5E95-4447-A350-2CB43F87BB99}" type="presParOf" srcId="{5E2EECCF-8E94-4A70-B65A-175AFB094CA8}" destId="{A40F0CC4-9101-4ED4-BC14-BCC5A5962DCC}" srcOrd="2" destOrd="0" presId="urn:microsoft.com/office/officeart/2018/5/layout/IconCircleLabelList"/>
    <dgm:cxn modelId="{43B3B391-7CAE-4FD3-8002-2BA082397E2A}" type="presParOf" srcId="{5E2EECCF-8E94-4A70-B65A-175AFB094CA8}" destId="{F31949C1-4080-4780-B146-B02C0A2F349A}" srcOrd="3" destOrd="0" presId="urn:microsoft.com/office/officeart/2018/5/layout/IconCircleLabelList"/>
    <dgm:cxn modelId="{C3491322-3287-4136-9B8D-15ADC18EA13C}" type="presParOf" srcId="{A776E6E5-1E16-42DA-B34E-C9A566DB2463}" destId="{25CEFA4F-EDCA-44CC-BDFB-332564EB77BD}" srcOrd="3" destOrd="0" presId="urn:microsoft.com/office/officeart/2018/5/layout/IconCircleLabelList"/>
    <dgm:cxn modelId="{31623606-3A2D-4F5C-9E76-3EBEDA3418D2}" type="presParOf" srcId="{A776E6E5-1E16-42DA-B34E-C9A566DB2463}" destId="{54AB32AD-32C3-4663-81DA-97E0EE5395D6}" srcOrd="4" destOrd="0" presId="urn:microsoft.com/office/officeart/2018/5/layout/IconCircleLabelList"/>
    <dgm:cxn modelId="{D0DFC2FB-18AF-4A9A-AA0B-8527E5925F2A}" type="presParOf" srcId="{54AB32AD-32C3-4663-81DA-97E0EE5395D6}" destId="{518D3991-6AC2-427C-B78D-9FA8F1B39E09}" srcOrd="0" destOrd="0" presId="urn:microsoft.com/office/officeart/2018/5/layout/IconCircleLabelList"/>
    <dgm:cxn modelId="{4BAC69CF-BA9A-4718-A096-62A70F60ED3D}" type="presParOf" srcId="{54AB32AD-32C3-4663-81DA-97E0EE5395D6}" destId="{8E49E1C0-0DC8-44ED-85FA-328E38977305}" srcOrd="1" destOrd="0" presId="urn:microsoft.com/office/officeart/2018/5/layout/IconCircleLabelList"/>
    <dgm:cxn modelId="{9B47A47F-00A2-4D9B-A2ED-3D50F2F9DB87}" type="presParOf" srcId="{54AB32AD-32C3-4663-81DA-97E0EE5395D6}" destId="{85359A4D-2BB4-4AFD-BF94-8F547C0F1A27}" srcOrd="2" destOrd="0" presId="urn:microsoft.com/office/officeart/2018/5/layout/IconCircleLabelList"/>
    <dgm:cxn modelId="{64EAF902-55CE-4138-A385-9E59C05812D2}" type="presParOf" srcId="{54AB32AD-32C3-4663-81DA-97E0EE5395D6}" destId="{4AE2A6EE-C4BE-43FB-94DE-2EF1591F1DDA}" srcOrd="3" destOrd="0" presId="urn:microsoft.com/office/officeart/2018/5/layout/IconCircleLabelList"/>
    <dgm:cxn modelId="{295CF96D-F405-4E95-81C2-C49014BE5D24}" type="presParOf" srcId="{A776E6E5-1E16-42DA-B34E-C9A566DB2463}" destId="{0BFD209F-EFCE-4849-A003-DC59CE344D2C}" srcOrd="5" destOrd="0" presId="urn:microsoft.com/office/officeart/2018/5/layout/IconCircleLabelList"/>
    <dgm:cxn modelId="{F98144E4-922F-46DA-A113-06BBD6E178BD}" type="presParOf" srcId="{A776E6E5-1E16-42DA-B34E-C9A566DB2463}" destId="{01E70F90-0609-4A51-B1A0-D8EEA57DB27A}" srcOrd="6" destOrd="0" presId="urn:microsoft.com/office/officeart/2018/5/layout/IconCircleLabelList"/>
    <dgm:cxn modelId="{E895E200-6EDB-48D3-A8EB-DF5BD160D3F2}" type="presParOf" srcId="{01E70F90-0609-4A51-B1A0-D8EEA57DB27A}" destId="{3093B27F-7FBE-4B8E-A2CB-1F50C1E5FF45}" srcOrd="0" destOrd="0" presId="urn:microsoft.com/office/officeart/2018/5/layout/IconCircleLabelList"/>
    <dgm:cxn modelId="{991B5ED2-29BB-43AF-9B28-C69EC3D3CC8E}" type="presParOf" srcId="{01E70F90-0609-4A51-B1A0-D8EEA57DB27A}" destId="{B3F5F636-08AF-4C77-9DBC-46A8570E36DF}" srcOrd="1" destOrd="0" presId="urn:microsoft.com/office/officeart/2018/5/layout/IconCircleLabelList"/>
    <dgm:cxn modelId="{ADA12E90-0937-4E14-848A-5F5273DCFC26}" type="presParOf" srcId="{01E70F90-0609-4A51-B1A0-D8EEA57DB27A}" destId="{3053D3C3-786D-49DD-8275-A63D17E33851}" srcOrd="2" destOrd="0" presId="urn:microsoft.com/office/officeart/2018/5/layout/IconCircleLabelList"/>
    <dgm:cxn modelId="{7D67F7B5-8A48-4089-94AF-6F047539B78C}" type="presParOf" srcId="{01E70F90-0609-4A51-B1A0-D8EEA57DB27A}" destId="{F8CEBBBA-9EE8-4669-98CE-397860DE34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941C4D-66AE-404C-9C27-7594AA9408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122CB87A-079B-45C9-AB7F-589F741AD5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Mean Absolute Error (MAE)</a:t>
          </a:r>
        </a:p>
      </dgm:t>
    </dgm:pt>
    <dgm:pt modelId="{77A38646-83DA-460F-8392-F86EFF3670C7}" type="parTrans" cxnId="{6DE8D5C3-0016-40B9-8DA7-9BB9868D7F3B}">
      <dgm:prSet/>
      <dgm:spPr/>
      <dgm:t>
        <a:bodyPr/>
        <a:lstStyle/>
        <a:p>
          <a:endParaRPr lang="en-US"/>
        </a:p>
      </dgm:t>
    </dgm:pt>
    <dgm:pt modelId="{DEA74DBB-C676-4405-B847-AA5E314360FB}" type="sibTrans" cxnId="{6DE8D5C3-0016-40B9-8DA7-9BB9868D7F3B}">
      <dgm:prSet/>
      <dgm:spPr/>
      <dgm:t>
        <a:bodyPr/>
        <a:lstStyle/>
        <a:p>
          <a:endParaRPr lang="en-US"/>
        </a:p>
      </dgm:t>
    </dgm:pt>
    <dgm:pt modelId="{86717FD6-A389-4C33-8AB4-B1ADF71E1FB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Root Mean Squared Error (RMSE)</a:t>
          </a:r>
        </a:p>
      </dgm:t>
    </dgm:pt>
    <dgm:pt modelId="{9CBAF9CC-E1EA-4F5E-BD2F-BBEC6D62A614}" type="parTrans" cxnId="{6D6DAC86-12AF-441E-8707-6BC2B118EC02}">
      <dgm:prSet/>
      <dgm:spPr/>
      <dgm:t>
        <a:bodyPr/>
        <a:lstStyle/>
        <a:p>
          <a:endParaRPr lang="en-US"/>
        </a:p>
      </dgm:t>
    </dgm:pt>
    <dgm:pt modelId="{D0E8A6B0-BF5B-48F6-B8C4-D082B8864346}" type="sibTrans" cxnId="{6D6DAC86-12AF-441E-8707-6BC2B118EC02}">
      <dgm:prSet/>
      <dgm:spPr/>
      <dgm:t>
        <a:bodyPr/>
        <a:lstStyle/>
        <a:p>
          <a:endParaRPr lang="en-US"/>
        </a:p>
      </dgm:t>
    </dgm:pt>
    <dgm:pt modelId="{F41236C0-0566-46AC-9A84-5B8D879FC4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Random Forest performed better</a:t>
          </a:r>
        </a:p>
      </dgm:t>
    </dgm:pt>
    <dgm:pt modelId="{6D0ED84C-B468-47E0-AFB7-58CEF8CC3495}" type="parTrans" cxnId="{B79D17F1-A44A-45F5-A38A-FA5A766A7417}">
      <dgm:prSet/>
      <dgm:spPr/>
      <dgm:t>
        <a:bodyPr/>
        <a:lstStyle/>
        <a:p>
          <a:endParaRPr lang="en-US"/>
        </a:p>
      </dgm:t>
    </dgm:pt>
    <dgm:pt modelId="{2C73C385-00A1-4A7C-84C5-D053C4FBC398}" type="sibTrans" cxnId="{B79D17F1-A44A-45F5-A38A-FA5A766A7417}">
      <dgm:prSet/>
      <dgm:spPr/>
      <dgm:t>
        <a:bodyPr/>
        <a:lstStyle/>
        <a:p>
          <a:endParaRPr lang="en-US"/>
        </a:p>
      </dgm:t>
    </dgm:pt>
    <dgm:pt modelId="{43C6CE4D-21D1-4D6E-8BBB-C20C797100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Model provides accurate price predictions</a:t>
          </a:r>
        </a:p>
      </dgm:t>
    </dgm:pt>
    <dgm:pt modelId="{C579CD07-060F-43D0-8453-F047F2C05E73}" type="parTrans" cxnId="{0E5D2283-4922-40B6-BF4E-D503C22E5396}">
      <dgm:prSet/>
      <dgm:spPr/>
      <dgm:t>
        <a:bodyPr/>
        <a:lstStyle/>
        <a:p>
          <a:endParaRPr lang="en-US"/>
        </a:p>
      </dgm:t>
    </dgm:pt>
    <dgm:pt modelId="{DE6BFDE6-3A1A-4A01-BB21-8546C8358753}" type="sibTrans" cxnId="{0E5D2283-4922-40B6-BF4E-D503C22E5396}">
      <dgm:prSet/>
      <dgm:spPr/>
      <dgm:t>
        <a:bodyPr/>
        <a:lstStyle/>
        <a:p>
          <a:endParaRPr lang="en-US"/>
        </a:p>
      </dgm:t>
    </dgm:pt>
    <dgm:pt modelId="{1F4F9B0A-B5C9-45FF-8171-9B028B271DDE}" type="pres">
      <dgm:prSet presAssocID="{7A941C4D-66AE-404C-9C27-7594AA9408BA}" presName="root" presStyleCnt="0">
        <dgm:presLayoutVars>
          <dgm:dir/>
          <dgm:resizeHandles val="exact"/>
        </dgm:presLayoutVars>
      </dgm:prSet>
      <dgm:spPr/>
    </dgm:pt>
    <dgm:pt modelId="{FCD89056-492C-4679-AFEB-FAA11177B494}" type="pres">
      <dgm:prSet presAssocID="{122CB87A-079B-45C9-AB7F-589F741AD529}" presName="compNode" presStyleCnt="0"/>
      <dgm:spPr/>
    </dgm:pt>
    <dgm:pt modelId="{69E41115-784F-4B68-9DAC-7D3EBA5C91EA}" type="pres">
      <dgm:prSet presAssocID="{122CB87A-079B-45C9-AB7F-589F741AD529}" presName="iconBgRect" presStyleLbl="bgShp" presStyleIdx="0" presStyleCnt="4"/>
      <dgm:spPr/>
    </dgm:pt>
    <dgm:pt modelId="{CD5E2702-C49E-4AF4-B3AF-F6F6C328F4F2}" type="pres">
      <dgm:prSet presAssocID="{122CB87A-079B-45C9-AB7F-589F741AD5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068D4F7-D139-4B9A-B9F9-37D11A80A052}" type="pres">
      <dgm:prSet presAssocID="{122CB87A-079B-45C9-AB7F-589F741AD529}" presName="spaceRect" presStyleCnt="0"/>
      <dgm:spPr/>
    </dgm:pt>
    <dgm:pt modelId="{7823C493-E215-48B1-A648-BF189B4A2720}" type="pres">
      <dgm:prSet presAssocID="{122CB87A-079B-45C9-AB7F-589F741AD529}" presName="textRect" presStyleLbl="revTx" presStyleIdx="0" presStyleCnt="4">
        <dgm:presLayoutVars>
          <dgm:chMax val="1"/>
          <dgm:chPref val="1"/>
        </dgm:presLayoutVars>
      </dgm:prSet>
      <dgm:spPr/>
    </dgm:pt>
    <dgm:pt modelId="{F65F358D-514B-4F57-844B-790BDDDDB912}" type="pres">
      <dgm:prSet presAssocID="{DEA74DBB-C676-4405-B847-AA5E314360FB}" presName="sibTrans" presStyleCnt="0"/>
      <dgm:spPr/>
    </dgm:pt>
    <dgm:pt modelId="{CC90847E-CA80-4908-90C6-AB6A135B7C53}" type="pres">
      <dgm:prSet presAssocID="{86717FD6-A389-4C33-8AB4-B1ADF71E1FB6}" presName="compNode" presStyleCnt="0"/>
      <dgm:spPr/>
    </dgm:pt>
    <dgm:pt modelId="{41F90655-74AC-4207-A6AA-11006636A865}" type="pres">
      <dgm:prSet presAssocID="{86717FD6-A389-4C33-8AB4-B1ADF71E1FB6}" presName="iconBgRect" presStyleLbl="bgShp" presStyleIdx="1" presStyleCnt="4"/>
      <dgm:spPr/>
    </dgm:pt>
    <dgm:pt modelId="{6B855ED7-EEEA-4A0F-94C0-38E9B506A9CF}" type="pres">
      <dgm:prSet presAssocID="{86717FD6-A389-4C33-8AB4-B1ADF71E1F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C44EC95-BB95-45A6-AE05-F26374F4A0DA}" type="pres">
      <dgm:prSet presAssocID="{86717FD6-A389-4C33-8AB4-B1ADF71E1FB6}" presName="spaceRect" presStyleCnt="0"/>
      <dgm:spPr/>
    </dgm:pt>
    <dgm:pt modelId="{3403CD0A-8C8D-4FE3-BE5E-1FBA5B4FDDE3}" type="pres">
      <dgm:prSet presAssocID="{86717FD6-A389-4C33-8AB4-B1ADF71E1FB6}" presName="textRect" presStyleLbl="revTx" presStyleIdx="1" presStyleCnt="4">
        <dgm:presLayoutVars>
          <dgm:chMax val="1"/>
          <dgm:chPref val="1"/>
        </dgm:presLayoutVars>
      </dgm:prSet>
      <dgm:spPr/>
    </dgm:pt>
    <dgm:pt modelId="{4C4E09DE-0AE8-4C7F-B235-54A67F21D96B}" type="pres">
      <dgm:prSet presAssocID="{D0E8A6B0-BF5B-48F6-B8C4-D082B8864346}" presName="sibTrans" presStyleCnt="0"/>
      <dgm:spPr/>
    </dgm:pt>
    <dgm:pt modelId="{1B43BF82-3587-4822-96E4-82F34466A1AD}" type="pres">
      <dgm:prSet presAssocID="{F41236C0-0566-46AC-9A84-5B8D879FC498}" presName="compNode" presStyleCnt="0"/>
      <dgm:spPr/>
    </dgm:pt>
    <dgm:pt modelId="{BA464C1F-1612-4F78-8BFA-BC7800B53387}" type="pres">
      <dgm:prSet presAssocID="{F41236C0-0566-46AC-9A84-5B8D879FC498}" presName="iconBgRect" presStyleLbl="bgShp" presStyleIdx="2" presStyleCnt="4"/>
      <dgm:spPr/>
    </dgm:pt>
    <dgm:pt modelId="{2475C2ED-68AF-4D68-8A86-EBB4D62BF626}" type="pres">
      <dgm:prSet presAssocID="{F41236C0-0566-46AC-9A84-5B8D879FC4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6C3D2249-B40B-4C84-9816-14E9DE958EE1}" type="pres">
      <dgm:prSet presAssocID="{F41236C0-0566-46AC-9A84-5B8D879FC498}" presName="spaceRect" presStyleCnt="0"/>
      <dgm:spPr/>
    </dgm:pt>
    <dgm:pt modelId="{EEA00B15-9F3C-42F1-835C-57BEDC98E98A}" type="pres">
      <dgm:prSet presAssocID="{F41236C0-0566-46AC-9A84-5B8D879FC498}" presName="textRect" presStyleLbl="revTx" presStyleIdx="2" presStyleCnt="4">
        <dgm:presLayoutVars>
          <dgm:chMax val="1"/>
          <dgm:chPref val="1"/>
        </dgm:presLayoutVars>
      </dgm:prSet>
      <dgm:spPr/>
    </dgm:pt>
    <dgm:pt modelId="{0D0BF5B0-287B-44BA-8555-F969BCA09F9E}" type="pres">
      <dgm:prSet presAssocID="{2C73C385-00A1-4A7C-84C5-D053C4FBC398}" presName="sibTrans" presStyleCnt="0"/>
      <dgm:spPr/>
    </dgm:pt>
    <dgm:pt modelId="{0F6F1FA2-675F-4F9B-9DDA-25D9DC15BE77}" type="pres">
      <dgm:prSet presAssocID="{43C6CE4D-21D1-4D6E-8BBB-C20C7971002B}" presName="compNode" presStyleCnt="0"/>
      <dgm:spPr/>
    </dgm:pt>
    <dgm:pt modelId="{8288E4D1-EF02-4B05-9EDC-2476526236DF}" type="pres">
      <dgm:prSet presAssocID="{43C6CE4D-21D1-4D6E-8BBB-C20C7971002B}" presName="iconBgRect" presStyleLbl="bgShp" presStyleIdx="3" presStyleCnt="4"/>
      <dgm:spPr/>
    </dgm:pt>
    <dgm:pt modelId="{E4E83DF8-A9D7-45BD-A135-91A05A77B257}" type="pres">
      <dgm:prSet presAssocID="{43C6CE4D-21D1-4D6E-8BBB-C20C797100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0DF2CD9-4E83-4BA9-9FAC-E31C87EE3C8D}" type="pres">
      <dgm:prSet presAssocID="{43C6CE4D-21D1-4D6E-8BBB-C20C7971002B}" presName="spaceRect" presStyleCnt="0"/>
      <dgm:spPr/>
    </dgm:pt>
    <dgm:pt modelId="{9E8AE904-B7C1-457A-A581-F816E859C365}" type="pres">
      <dgm:prSet presAssocID="{43C6CE4D-21D1-4D6E-8BBB-C20C797100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643D0C-59C4-450C-A191-6F846DB85907}" type="presOf" srcId="{122CB87A-079B-45C9-AB7F-589F741AD529}" destId="{7823C493-E215-48B1-A648-BF189B4A2720}" srcOrd="0" destOrd="0" presId="urn:microsoft.com/office/officeart/2018/5/layout/IconCircleLabelList"/>
    <dgm:cxn modelId="{A97A1E5B-0140-4664-909F-FA7AE7D86099}" type="presOf" srcId="{F41236C0-0566-46AC-9A84-5B8D879FC498}" destId="{EEA00B15-9F3C-42F1-835C-57BEDC98E98A}" srcOrd="0" destOrd="0" presId="urn:microsoft.com/office/officeart/2018/5/layout/IconCircleLabelList"/>
    <dgm:cxn modelId="{E97B955D-F393-4B4A-88CE-992C7141998F}" type="presOf" srcId="{7A941C4D-66AE-404C-9C27-7594AA9408BA}" destId="{1F4F9B0A-B5C9-45FF-8171-9B028B271DDE}" srcOrd="0" destOrd="0" presId="urn:microsoft.com/office/officeart/2018/5/layout/IconCircleLabelList"/>
    <dgm:cxn modelId="{7C3C3B80-1393-4993-90C0-C317CC49189C}" type="presOf" srcId="{43C6CE4D-21D1-4D6E-8BBB-C20C7971002B}" destId="{9E8AE904-B7C1-457A-A581-F816E859C365}" srcOrd="0" destOrd="0" presId="urn:microsoft.com/office/officeart/2018/5/layout/IconCircleLabelList"/>
    <dgm:cxn modelId="{0E5D2283-4922-40B6-BF4E-D503C22E5396}" srcId="{7A941C4D-66AE-404C-9C27-7594AA9408BA}" destId="{43C6CE4D-21D1-4D6E-8BBB-C20C7971002B}" srcOrd="3" destOrd="0" parTransId="{C579CD07-060F-43D0-8453-F047F2C05E73}" sibTransId="{DE6BFDE6-3A1A-4A01-BB21-8546C8358753}"/>
    <dgm:cxn modelId="{6D6DAC86-12AF-441E-8707-6BC2B118EC02}" srcId="{7A941C4D-66AE-404C-9C27-7594AA9408BA}" destId="{86717FD6-A389-4C33-8AB4-B1ADF71E1FB6}" srcOrd="1" destOrd="0" parTransId="{9CBAF9CC-E1EA-4F5E-BD2F-BBEC6D62A614}" sibTransId="{D0E8A6B0-BF5B-48F6-B8C4-D082B8864346}"/>
    <dgm:cxn modelId="{6DE8D5C3-0016-40B9-8DA7-9BB9868D7F3B}" srcId="{7A941C4D-66AE-404C-9C27-7594AA9408BA}" destId="{122CB87A-079B-45C9-AB7F-589F741AD529}" srcOrd="0" destOrd="0" parTransId="{77A38646-83DA-460F-8392-F86EFF3670C7}" sibTransId="{DEA74DBB-C676-4405-B847-AA5E314360FB}"/>
    <dgm:cxn modelId="{89475AEB-DE80-4D6A-9BC5-043E1E8838A3}" type="presOf" srcId="{86717FD6-A389-4C33-8AB4-B1ADF71E1FB6}" destId="{3403CD0A-8C8D-4FE3-BE5E-1FBA5B4FDDE3}" srcOrd="0" destOrd="0" presId="urn:microsoft.com/office/officeart/2018/5/layout/IconCircleLabelList"/>
    <dgm:cxn modelId="{B79D17F1-A44A-45F5-A38A-FA5A766A7417}" srcId="{7A941C4D-66AE-404C-9C27-7594AA9408BA}" destId="{F41236C0-0566-46AC-9A84-5B8D879FC498}" srcOrd="2" destOrd="0" parTransId="{6D0ED84C-B468-47E0-AFB7-58CEF8CC3495}" sibTransId="{2C73C385-00A1-4A7C-84C5-D053C4FBC398}"/>
    <dgm:cxn modelId="{067E3525-BCA7-4865-92F5-9BAD635133CB}" type="presParOf" srcId="{1F4F9B0A-B5C9-45FF-8171-9B028B271DDE}" destId="{FCD89056-492C-4679-AFEB-FAA11177B494}" srcOrd="0" destOrd="0" presId="urn:microsoft.com/office/officeart/2018/5/layout/IconCircleLabelList"/>
    <dgm:cxn modelId="{BA2985A4-534B-4AB8-8C15-13EE1DB779E7}" type="presParOf" srcId="{FCD89056-492C-4679-AFEB-FAA11177B494}" destId="{69E41115-784F-4B68-9DAC-7D3EBA5C91EA}" srcOrd="0" destOrd="0" presId="urn:microsoft.com/office/officeart/2018/5/layout/IconCircleLabelList"/>
    <dgm:cxn modelId="{B9D7FF01-0EBE-4A19-BE21-A506EDDEE857}" type="presParOf" srcId="{FCD89056-492C-4679-AFEB-FAA11177B494}" destId="{CD5E2702-C49E-4AF4-B3AF-F6F6C328F4F2}" srcOrd="1" destOrd="0" presId="urn:microsoft.com/office/officeart/2018/5/layout/IconCircleLabelList"/>
    <dgm:cxn modelId="{C171A09A-1CDF-43F8-AD2B-FAC379F2E54B}" type="presParOf" srcId="{FCD89056-492C-4679-AFEB-FAA11177B494}" destId="{5068D4F7-D139-4B9A-B9F9-37D11A80A052}" srcOrd="2" destOrd="0" presId="urn:microsoft.com/office/officeart/2018/5/layout/IconCircleLabelList"/>
    <dgm:cxn modelId="{9ED12BFF-9E4F-489D-9F89-C228F84C6C69}" type="presParOf" srcId="{FCD89056-492C-4679-AFEB-FAA11177B494}" destId="{7823C493-E215-48B1-A648-BF189B4A2720}" srcOrd="3" destOrd="0" presId="urn:microsoft.com/office/officeart/2018/5/layout/IconCircleLabelList"/>
    <dgm:cxn modelId="{4BD9C4CF-C5DB-4846-A274-1E584EBDEB9C}" type="presParOf" srcId="{1F4F9B0A-B5C9-45FF-8171-9B028B271DDE}" destId="{F65F358D-514B-4F57-844B-790BDDDDB912}" srcOrd="1" destOrd="0" presId="urn:microsoft.com/office/officeart/2018/5/layout/IconCircleLabelList"/>
    <dgm:cxn modelId="{9A94702D-2EA3-41DA-8BB0-1DEDB319F4CA}" type="presParOf" srcId="{1F4F9B0A-B5C9-45FF-8171-9B028B271DDE}" destId="{CC90847E-CA80-4908-90C6-AB6A135B7C53}" srcOrd="2" destOrd="0" presId="urn:microsoft.com/office/officeart/2018/5/layout/IconCircleLabelList"/>
    <dgm:cxn modelId="{D9C2D12B-44FE-4746-BC7D-DBAEAA610BB3}" type="presParOf" srcId="{CC90847E-CA80-4908-90C6-AB6A135B7C53}" destId="{41F90655-74AC-4207-A6AA-11006636A865}" srcOrd="0" destOrd="0" presId="urn:microsoft.com/office/officeart/2018/5/layout/IconCircleLabelList"/>
    <dgm:cxn modelId="{577D6FA9-59F0-47FD-BBC3-B9990E4DB5A2}" type="presParOf" srcId="{CC90847E-CA80-4908-90C6-AB6A135B7C53}" destId="{6B855ED7-EEEA-4A0F-94C0-38E9B506A9CF}" srcOrd="1" destOrd="0" presId="urn:microsoft.com/office/officeart/2018/5/layout/IconCircleLabelList"/>
    <dgm:cxn modelId="{0BD74A07-A1B4-4BD5-A64D-8FF5538448E1}" type="presParOf" srcId="{CC90847E-CA80-4908-90C6-AB6A135B7C53}" destId="{7C44EC95-BB95-45A6-AE05-F26374F4A0DA}" srcOrd="2" destOrd="0" presId="urn:microsoft.com/office/officeart/2018/5/layout/IconCircleLabelList"/>
    <dgm:cxn modelId="{46843B2F-00D1-45CF-AEF2-211C9A11FBB2}" type="presParOf" srcId="{CC90847E-CA80-4908-90C6-AB6A135B7C53}" destId="{3403CD0A-8C8D-4FE3-BE5E-1FBA5B4FDDE3}" srcOrd="3" destOrd="0" presId="urn:microsoft.com/office/officeart/2018/5/layout/IconCircleLabelList"/>
    <dgm:cxn modelId="{2E570F8C-7538-4143-8140-A04D0296AF88}" type="presParOf" srcId="{1F4F9B0A-B5C9-45FF-8171-9B028B271DDE}" destId="{4C4E09DE-0AE8-4C7F-B235-54A67F21D96B}" srcOrd="3" destOrd="0" presId="urn:microsoft.com/office/officeart/2018/5/layout/IconCircleLabelList"/>
    <dgm:cxn modelId="{CC82B2F9-119B-4A07-8275-CFC720E37957}" type="presParOf" srcId="{1F4F9B0A-B5C9-45FF-8171-9B028B271DDE}" destId="{1B43BF82-3587-4822-96E4-82F34466A1AD}" srcOrd="4" destOrd="0" presId="urn:microsoft.com/office/officeart/2018/5/layout/IconCircleLabelList"/>
    <dgm:cxn modelId="{AFEA1257-400C-483D-B194-561DF3D206B9}" type="presParOf" srcId="{1B43BF82-3587-4822-96E4-82F34466A1AD}" destId="{BA464C1F-1612-4F78-8BFA-BC7800B53387}" srcOrd="0" destOrd="0" presId="urn:microsoft.com/office/officeart/2018/5/layout/IconCircleLabelList"/>
    <dgm:cxn modelId="{4B688FA2-9143-4A0E-9A5D-8806E649D7F5}" type="presParOf" srcId="{1B43BF82-3587-4822-96E4-82F34466A1AD}" destId="{2475C2ED-68AF-4D68-8A86-EBB4D62BF626}" srcOrd="1" destOrd="0" presId="urn:microsoft.com/office/officeart/2018/5/layout/IconCircleLabelList"/>
    <dgm:cxn modelId="{DEBE02D4-96DC-468A-90D9-AEB077D3639F}" type="presParOf" srcId="{1B43BF82-3587-4822-96E4-82F34466A1AD}" destId="{6C3D2249-B40B-4C84-9816-14E9DE958EE1}" srcOrd="2" destOrd="0" presId="urn:microsoft.com/office/officeart/2018/5/layout/IconCircleLabelList"/>
    <dgm:cxn modelId="{BC8DE81D-6203-42E2-A7AD-8C91B3D10FE0}" type="presParOf" srcId="{1B43BF82-3587-4822-96E4-82F34466A1AD}" destId="{EEA00B15-9F3C-42F1-835C-57BEDC98E98A}" srcOrd="3" destOrd="0" presId="urn:microsoft.com/office/officeart/2018/5/layout/IconCircleLabelList"/>
    <dgm:cxn modelId="{C2E1EB47-0ED3-482D-9CFF-562249846771}" type="presParOf" srcId="{1F4F9B0A-B5C9-45FF-8171-9B028B271DDE}" destId="{0D0BF5B0-287B-44BA-8555-F969BCA09F9E}" srcOrd="5" destOrd="0" presId="urn:microsoft.com/office/officeart/2018/5/layout/IconCircleLabelList"/>
    <dgm:cxn modelId="{80B4F8F3-CB43-4CA0-8F44-7D997CF5979F}" type="presParOf" srcId="{1F4F9B0A-B5C9-45FF-8171-9B028B271DDE}" destId="{0F6F1FA2-675F-4F9B-9DDA-25D9DC15BE77}" srcOrd="6" destOrd="0" presId="urn:microsoft.com/office/officeart/2018/5/layout/IconCircleLabelList"/>
    <dgm:cxn modelId="{03A8EE27-3B5E-48C4-8E4F-89A458A6CF59}" type="presParOf" srcId="{0F6F1FA2-675F-4F9B-9DDA-25D9DC15BE77}" destId="{8288E4D1-EF02-4B05-9EDC-2476526236DF}" srcOrd="0" destOrd="0" presId="urn:microsoft.com/office/officeart/2018/5/layout/IconCircleLabelList"/>
    <dgm:cxn modelId="{D1DE541C-9F9B-4EBF-B93F-C878BE6E6B83}" type="presParOf" srcId="{0F6F1FA2-675F-4F9B-9DDA-25D9DC15BE77}" destId="{E4E83DF8-A9D7-45BD-A135-91A05A77B257}" srcOrd="1" destOrd="0" presId="urn:microsoft.com/office/officeart/2018/5/layout/IconCircleLabelList"/>
    <dgm:cxn modelId="{F0434BC0-83F8-4E43-9B9E-81B710DA7F27}" type="presParOf" srcId="{0F6F1FA2-675F-4F9B-9DDA-25D9DC15BE77}" destId="{80DF2CD9-4E83-4BA9-9FAC-E31C87EE3C8D}" srcOrd="2" destOrd="0" presId="urn:microsoft.com/office/officeart/2018/5/layout/IconCircleLabelList"/>
    <dgm:cxn modelId="{5D42B449-214F-41B0-A14F-3C4406317C4E}" type="presParOf" srcId="{0F6F1FA2-675F-4F9B-9DDA-25D9DC15BE77}" destId="{9E8AE904-B7C1-457A-A581-F816E859C36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F0790F-35CB-4940-BB12-3EBA0F1B74D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5DCE56-498A-4F80-81C8-363BA2AE47EE}">
      <dgm:prSet/>
      <dgm:spPr/>
      <dgm:t>
        <a:bodyPr/>
        <a:lstStyle/>
        <a:p>
          <a:r>
            <a:rPr lang="en-US"/>
            <a:t>• Technical specifications drive pricing</a:t>
          </a:r>
        </a:p>
      </dgm:t>
    </dgm:pt>
    <dgm:pt modelId="{C31C36BB-E144-49CA-B3AA-C1A77F8A5BDA}" type="parTrans" cxnId="{7F988B46-A4EA-4D75-889E-09AFED0E2D90}">
      <dgm:prSet/>
      <dgm:spPr/>
      <dgm:t>
        <a:bodyPr/>
        <a:lstStyle/>
        <a:p>
          <a:endParaRPr lang="en-US"/>
        </a:p>
      </dgm:t>
    </dgm:pt>
    <dgm:pt modelId="{074247B1-0E19-425F-9809-7436C638F72B}" type="sibTrans" cxnId="{7F988B46-A4EA-4D75-889E-09AFED0E2D90}">
      <dgm:prSet/>
      <dgm:spPr/>
      <dgm:t>
        <a:bodyPr/>
        <a:lstStyle/>
        <a:p>
          <a:endParaRPr lang="en-US"/>
        </a:p>
      </dgm:t>
    </dgm:pt>
    <dgm:pt modelId="{1777B6F3-48CE-4E24-9C55-6760715C6FCC}">
      <dgm:prSet/>
      <dgm:spPr/>
      <dgm:t>
        <a:bodyPr/>
        <a:lstStyle/>
        <a:p>
          <a:r>
            <a:rPr lang="en-US" dirty="0"/>
            <a:t>• Higher RAM &amp; Processor increase price significantly</a:t>
          </a:r>
        </a:p>
      </dgm:t>
    </dgm:pt>
    <dgm:pt modelId="{04B0E7FD-86EB-4BF8-8D27-488145BF63DF}" type="parTrans" cxnId="{64382F8E-B41D-4C74-9DA1-F44564429875}">
      <dgm:prSet/>
      <dgm:spPr/>
      <dgm:t>
        <a:bodyPr/>
        <a:lstStyle/>
        <a:p>
          <a:endParaRPr lang="en-US"/>
        </a:p>
      </dgm:t>
    </dgm:pt>
    <dgm:pt modelId="{357FF7D0-8971-41E2-9450-2FD4176E945D}" type="sibTrans" cxnId="{64382F8E-B41D-4C74-9DA1-F44564429875}">
      <dgm:prSet/>
      <dgm:spPr/>
      <dgm:t>
        <a:bodyPr/>
        <a:lstStyle/>
        <a:p>
          <a:endParaRPr lang="en-US"/>
        </a:p>
      </dgm:t>
    </dgm:pt>
    <dgm:pt modelId="{5EA2382E-088E-4C73-98BE-1E7DBCB68D36}">
      <dgm:prSet/>
      <dgm:spPr/>
      <dgm:t>
        <a:bodyPr/>
        <a:lstStyle/>
        <a:p>
          <a:r>
            <a:rPr lang="en-US"/>
            <a:t>• Camera improvements increase premium pricing</a:t>
          </a:r>
        </a:p>
      </dgm:t>
    </dgm:pt>
    <dgm:pt modelId="{345A16FD-C6B0-45A2-A224-826A0735459D}" type="parTrans" cxnId="{4AA1E673-8047-4822-80D5-0BA58561FA52}">
      <dgm:prSet/>
      <dgm:spPr/>
      <dgm:t>
        <a:bodyPr/>
        <a:lstStyle/>
        <a:p>
          <a:endParaRPr lang="en-US"/>
        </a:p>
      </dgm:t>
    </dgm:pt>
    <dgm:pt modelId="{34022AB7-34F9-42E9-A26F-474A8B7FA0DF}" type="sibTrans" cxnId="{4AA1E673-8047-4822-80D5-0BA58561FA52}">
      <dgm:prSet/>
      <dgm:spPr/>
      <dgm:t>
        <a:bodyPr/>
        <a:lstStyle/>
        <a:p>
          <a:endParaRPr lang="en-US"/>
        </a:p>
      </dgm:t>
    </dgm:pt>
    <dgm:pt modelId="{821DD361-53C4-4F4A-8F04-1FA7A11768E1}">
      <dgm:prSet/>
      <dgm:spPr/>
      <dgm:t>
        <a:bodyPr/>
        <a:lstStyle/>
        <a:p>
          <a:r>
            <a:rPr lang="en-US" dirty="0"/>
            <a:t>• Cosmetic features have minimal impact</a:t>
          </a:r>
        </a:p>
      </dgm:t>
    </dgm:pt>
    <dgm:pt modelId="{3F8D09C2-BB98-467D-97F5-DA9A0EB86E41}" type="parTrans" cxnId="{99C7E73E-B7DC-4024-B2BF-45F44BBC908D}">
      <dgm:prSet/>
      <dgm:spPr/>
      <dgm:t>
        <a:bodyPr/>
        <a:lstStyle/>
        <a:p>
          <a:endParaRPr lang="en-US"/>
        </a:p>
      </dgm:t>
    </dgm:pt>
    <dgm:pt modelId="{91040E63-5BD8-4240-8A7F-C55BF6715B81}" type="sibTrans" cxnId="{99C7E73E-B7DC-4024-B2BF-45F44BBC908D}">
      <dgm:prSet/>
      <dgm:spPr/>
      <dgm:t>
        <a:bodyPr/>
        <a:lstStyle/>
        <a:p>
          <a:endParaRPr lang="en-US"/>
        </a:p>
      </dgm:t>
    </dgm:pt>
    <dgm:pt modelId="{52404959-A8BF-4B23-81A3-ED49BDC02558}" type="pres">
      <dgm:prSet presAssocID="{1BF0790F-35CB-4940-BB12-3EBA0F1B74D7}" presName="root" presStyleCnt="0">
        <dgm:presLayoutVars>
          <dgm:dir/>
          <dgm:resizeHandles val="exact"/>
        </dgm:presLayoutVars>
      </dgm:prSet>
      <dgm:spPr/>
    </dgm:pt>
    <dgm:pt modelId="{A8F15C4C-397C-4515-ADD2-49785567C430}" type="pres">
      <dgm:prSet presAssocID="{325DCE56-498A-4F80-81C8-363BA2AE47EE}" presName="compNode" presStyleCnt="0"/>
      <dgm:spPr/>
    </dgm:pt>
    <dgm:pt modelId="{B8B134FF-3A9A-453C-8BFB-1052FF13E389}" type="pres">
      <dgm:prSet presAssocID="{325DCE56-498A-4F80-81C8-363BA2AE47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FE94DF-3B8D-4D98-81FB-37ABA8E79688}" type="pres">
      <dgm:prSet presAssocID="{325DCE56-498A-4F80-81C8-363BA2AE47EE}" presName="spaceRect" presStyleCnt="0"/>
      <dgm:spPr/>
    </dgm:pt>
    <dgm:pt modelId="{665B546C-5328-4AE1-A9D8-1ACD14F51CA4}" type="pres">
      <dgm:prSet presAssocID="{325DCE56-498A-4F80-81C8-363BA2AE47EE}" presName="textRect" presStyleLbl="revTx" presStyleIdx="0" presStyleCnt="4">
        <dgm:presLayoutVars>
          <dgm:chMax val="1"/>
          <dgm:chPref val="1"/>
        </dgm:presLayoutVars>
      </dgm:prSet>
      <dgm:spPr/>
    </dgm:pt>
    <dgm:pt modelId="{ADCA4E58-3A64-4526-B9D1-A9CC0E1B3149}" type="pres">
      <dgm:prSet presAssocID="{074247B1-0E19-425F-9809-7436C638F72B}" presName="sibTrans" presStyleCnt="0"/>
      <dgm:spPr/>
    </dgm:pt>
    <dgm:pt modelId="{FB1201BB-4312-48A8-ACED-7F13649D907D}" type="pres">
      <dgm:prSet presAssocID="{1777B6F3-48CE-4E24-9C55-6760715C6FCC}" presName="compNode" presStyleCnt="0"/>
      <dgm:spPr/>
    </dgm:pt>
    <dgm:pt modelId="{FCA3A4B4-EC6D-4B6B-B6B1-D9FB19EB9EA3}" type="pres">
      <dgm:prSet presAssocID="{1777B6F3-48CE-4E24-9C55-6760715C6F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DA7922D-D908-4A64-8EEB-14278018D062}" type="pres">
      <dgm:prSet presAssocID="{1777B6F3-48CE-4E24-9C55-6760715C6FCC}" presName="spaceRect" presStyleCnt="0"/>
      <dgm:spPr/>
    </dgm:pt>
    <dgm:pt modelId="{51305058-721A-4A66-886B-728C2755F9CB}" type="pres">
      <dgm:prSet presAssocID="{1777B6F3-48CE-4E24-9C55-6760715C6FCC}" presName="textRect" presStyleLbl="revTx" presStyleIdx="1" presStyleCnt="4">
        <dgm:presLayoutVars>
          <dgm:chMax val="1"/>
          <dgm:chPref val="1"/>
        </dgm:presLayoutVars>
      </dgm:prSet>
      <dgm:spPr/>
    </dgm:pt>
    <dgm:pt modelId="{2FC3A0BF-CA91-41EA-983F-07BE2D9BBA74}" type="pres">
      <dgm:prSet presAssocID="{357FF7D0-8971-41E2-9450-2FD4176E945D}" presName="sibTrans" presStyleCnt="0"/>
      <dgm:spPr/>
    </dgm:pt>
    <dgm:pt modelId="{B2D58482-49D2-4669-BDA8-8FADE8DE59B3}" type="pres">
      <dgm:prSet presAssocID="{5EA2382E-088E-4C73-98BE-1E7DBCB68D36}" presName="compNode" presStyleCnt="0"/>
      <dgm:spPr/>
    </dgm:pt>
    <dgm:pt modelId="{A664A7D7-D104-41E9-B44B-017FC0B1CC72}" type="pres">
      <dgm:prSet presAssocID="{5EA2382E-088E-4C73-98BE-1E7DBCB68D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0AE6ADA-B887-4F7A-9AE3-725100E0EFCA}" type="pres">
      <dgm:prSet presAssocID="{5EA2382E-088E-4C73-98BE-1E7DBCB68D36}" presName="spaceRect" presStyleCnt="0"/>
      <dgm:spPr/>
    </dgm:pt>
    <dgm:pt modelId="{F63E19B9-B16A-41D2-A158-289BF47EA88A}" type="pres">
      <dgm:prSet presAssocID="{5EA2382E-088E-4C73-98BE-1E7DBCB68D36}" presName="textRect" presStyleLbl="revTx" presStyleIdx="2" presStyleCnt="4">
        <dgm:presLayoutVars>
          <dgm:chMax val="1"/>
          <dgm:chPref val="1"/>
        </dgm:presLayoutVars>
      </dgm:prSet>
      <dgm:spPr/>
    </dgm:pt>
    <dgm:pt modelId="{76B5B20D-761D-451C-927B-8ECB066D7F4E}" type="pres">
      <dgm:prSet presAssocID="{34022AB7-34F9-42E9-A26F-474A8B7FA0DF}" presName="sibTrans" presStyleCnt="0"/>
      <dgm:spPr/>
    </dgm:pt>
    <dgm:pt modelId="{C8E9C79F-BFEB-4523-BD27-904E40E95736}" type="pres">
      <dgm:prSet presAssocID="{821DD361-53C4-4F4A-8F04-1FA7A11768E1}" presName="compNode" presStyleCnt="0"/>
      <dgm:spPr/>
    </dgm:pt>
    <dgm:pt modelId="{5CF47E28-06C0-40A8-A35D-7256649EB30B}" type="pres">
      <dgm:prSet presAssocID="{821DD361-53C4-4F4A-8F04-1FA7A11768E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b"/>
        </a:ext>
      </dgm:extLst>
    </dgm:pt>
    <dgm:pt modelId="{E779B66E-1FC5-47E9-B260-4BDFC1C56C9B}" type="pres">
      <dgm:prSet presAssocID="{821DD361-53C4-4F4A-8F04-1FA7A11768E1}" presName="spaceRect" presStyleCnt="0"/>
      <dgm:spPr/>
    </dgm:pt>
    <dgm:pt modelId="{CBC6ADB7-47FC-4352-ABB1-3A6605CB95F8}" type="pres">
      <dgm:prSet presAssocID="{821DD361-53C4-4F4A-8F04-1FA7A11768E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52CE2B-B6C4-4470-A830-A82EDCBCD9A8}" type="presOf" srcId="{1777B6F3-48CE-4E24-9C55-6760715C6FCC}" destId="{51305058-721A-4A66-886B-728C2755F9CB}" srcOrd="0" destOrd="0" presId="urn:microsoft.com/office/officeart/2018/2/layout/IconLabelList"/>
    <dgm:cxn modelId="{6F312531-68C4-4DD6-A224-69884DB71137}" type="presOf" srcId="{325DCE56-498A-4F80-81C8-363BA2AE47EE}" destId="{665B546C-5328-4AE1-A9D8-1ACD14F51CA4}" srcOrd="0" destOrd="0" presId="urn:microsoft.com/office/officeart/2018/2/layout/IconLabelList"/>
    <dgm:cxn modelId="{99C7E73E-B7DC-4024-B2BF-45F44BBC908D}" srcId="{1BF0790F-35CB-4940-BB12-3EBA0F1B74D7}" destId="{821DD361-53C4-4F4A-8F04-1FA7A11768E1}" srcOrd="3" destOrd="0" parTransId="{3F8D09C2-BB98-467D-97F5-DA9A0EB86E41}" sibTransId="{91040E63-5BD8-4240-8A7F-C55BF6715B81}"/>
    <dgm:cxn modelId="{7F988B46-A4EA-4D75-889E-09AFED0E2D90}" srcId="{1BF0790F-35CB-4940-BB12-3EBA0F1B74D7}" destId="{325DCE56-498A-4F80-81C8-363BA2AE47EE}" srcOrd="0" destOrd="0" parTransId="{C31C36BB-E144-49CA-B3AA-C1A77F8A5BDA}" sibTransId="{074247B1-0E19-425F-9809-7436C638F72B}"/>
    <dgm:cxn modelId="{D279D16B-CA32-4AD5-A63B-3B2FE529C18B}" type="presOf" srcId="{1BF0790F-35CB-4940-BB12-3EBA0F1B74D7}" destId="{52404959-A8BF-4B23-81A3-ED49BDC02558}" srcOrd="0" destOrd="0" presId="urn:microsoft.com/office/officeart/2018/2/layout/IconLabelList"/>
    <dgm:cxn modelId="{71776C4F-186D-47D2-9E9E-517F603B91F3}" type="presOf" srcId="{5EA2382E-088E-4C73-98BE-1E7DBCB68D36}" destId="{F63E19B9-B16A-41D2-A158-289BF47EA88A}" srcOrd="0" destOrd="0" presId="urn:microsoft.com/office/officeart/2018/2/layout/IconLabelList"/>
    <dgm:cxn modelId="{4AA1E673-8047-4822-80D5-0BA58561FA52}" srcId="{1BF0790F-35CB-4940-BB12-3EBA0F1B74D7}" destId="{5EA2382E-088E-4C73-98BE-1E7DBCB68D36}" srcOrd="2" destOrd="0" parTransId="{345A16FD-C6B0-45A2-A224-826A0735459D}" sibTransId="{34022AB7-34F9-42E9-A26F-474A8B7FA0DF}"/>
    <dgm:cxn modelId="{64382F8E-B41D-4C74-9DA1-F44564429875}" srcId="{1BF0790F-35CB-4940-BB12-3EBA0F1B74D7}" destId="{1777B6F3-48CE-4E24-9C55-6760715C6FCC}" srcOrd="1" destOrd="0" parTransId="{04B0E7FD-86EB-4BF8-8D27-488145BF63DF}" sibTransId="{357FF7D0-8971-41E2-9450-2FD4176E945D}"/>
    <dgm:cxn modelId="{CE7115BA-B381-4607-A4B1-F36DE6169D9B}" type="presOf" srcId="{821DD361-53C4-4F4A-8F04-1FA7A11768E1}" destId="{CBC6ADB7-47FC-4352-ABB1-3A6605CB95F8}" srcOrd="0" destOrd="0" presId="urn:microsoft.com/office/officeart/2018/2/layout/IconLabelList"/>
    <dgm:cxn modelId="{71C8AADA-2F86-49C2-AE2D-A75691059F6C}" type="presParOf" srcId="{52404959-A8BF-4B23-81A3-ED49BDC02558}" destId="{A8F15C4C-397C-4515-ADD2-49785567C430}" srcOrd="0" destOrd="0" presId="urn:microsoft.com/office/officeart/2018/2/layout/IconLabelList"/>
    <dgm:cxn modelId="{A7ADEE6A-78B1-4E8A-BED0-3F3065D2AB58}" type="presParOf" srcId="{A8F15C4C-397C-4515-ADD2-49785567C430}" destId="{B8B134FF-3A9A-453C-8BFB-1052FF13E389}" srcOrd="0" destOrd="0" presId="urn:microsoft.com/office/officeart/2018/2/layout/IconLabelList"/>
    <dgm:cxn modelId="{A8841F45-72F3-42B2-823D-73C29597AD99}" type="presParOf" srcId="{A8F15C4C-397C-4515-ADD2-49785567C430}" destId="{E2FE94DF-3B8D-4D98-81FB-37ABA8E79688}" srcOrd="1" destOrd="0" presId="urn:microsoft.com/office/officeart/2018/2/layout/IconLabelList"/>
    <dgm:cxn modelId="{7747D97A-D4CE-480F-A8D6-38070A611711}" type="presParOf" srcId="{A8F15C4C-397C-4515-ADD2-49785567C430}" destId="{665B546C-5328-4AE1-A9D8-1ACD14F51CA4}" srcOrd="2" destOrd="0" presId="urn:microsoft.com/office/officeart/2018/2/layout/IconLabelList"/>
    <dgm:cxn modelId="{E6AA36EA-4F6D-498E-88CA-C8D914A79B0D}" type="presParOf" srcId="{52404959-A8BF-4B23-81A3-ED49BDC02558}" destId="{ADCA4E58-3A64-4526-B9D1-A9CC0E1B3149}" srcOrd="1" destOrd="0" presId="urn:microsoft.com/office/officeart/2018/2/layout/IconLabelList"/>
    <dgm:cxn modelId="{41003B1A-AA34-4239-9A48-C1A550898CCC}" type="presParOf" srcId="{52404959-A8BF-4B23-81A3-ED49BDC02558}" destId="{FB1201BB-4312-48A8-ACED-7F13649D907D}" srcOrd="2" destOrd="0" presId="urn:microsoft.com/office/officeart/2018/2/layout/IconLabelList"/>
    <dgm:cxn modelId="{26CCE620-5F4F-4E77-B884-5E655BC3E0F6}" type="presParOf" srcId="{FB1201BB-4312-48A8-ACED-7F13649D907D}" destId="{FCA3A4B4-EC6D-4B6B-B6B1-D9FB19EB9EA3}" srcOrd="0" destOrd="0" presId="urn:microsoft.com/office/officeart/2018/2/layout/IconLabelList"/>
    <dgm:cxn modelId="{EB2B110B-E613-45C1-B091-A204344B7E4B}" type="presParOf" srcId="{FB1201BB-4312-48A8-ACED-7F13649D907D}" destId="{3DA7922D-D908-4A64-8EEB-14278018D062}" srcOrd="1" destOrd="0" presId="urn:microsoft.com/office/officeart/2018/2/layout/IconLabelList"/>
    <dgm:cxn modelId="{BA85D446-6EC3-476E-A592-39EFD7700CE7}" type="presParOf" srcId="{FB1201BB-4312-48A8-ACED-7F13649D907D}" destId="{51305058-721A-4A66-886B-728C2755F9CB}" srcOrd="2" destOrd="0" presId="urn:microsoft.com/office/officeart/2018/2/layout/IconLabelList"/>
    <dgm:cxn modelId="{721ED821-0AB8-49AA-B34E-47EED4776777}" type="presParOf" srcId="{52404959-A8BF-4B23-81A3-ED49BDC02558}" destId="{2FC3A0BF-CA91-41EA-983F-07BE2D9BBA74}" srcOrd="3" destOrd="0" presId="urn:microsoft.com/office/officeart/2018/2/layout/IconLabelList"/>
    <dgm:cxn modelId="{0D3A1337-19B9-481A-85BF-054AD3C41521}" type="presParOf" srcId="{52404959-A8BF-4B23-81A3-ED49BDC02558}" destId="{B2D58482-49D2-4669-BDA8-8FADE8DE59B3}" srcOrd="4" destOrd="0" presId="urn:microsoft.com/office/officeart/2018/2/layout/IconLabelList"/>
    <dgm:cxn modelId="{DEB39028-7DCE-4DA9-9E62-04ECD27742FE}" type="presParOf" srcId="{B2D58482-49D2-4669-BDA8-8FADE8DE59B3}" destId="{A664A7D7-D104-41E9-B44B-017FC0B1CC72}" srcOrd="0" destOrd="0" presId="urn:microsoft.com/office/officeart/2018/2/layout/IconLabelList"/>
    <dgm:cxn modelId="{942AB6A8-83D6-4B36-BF54-61FFC808F1F5}" type="presParOf" srcId="{B2D58482-49D2-4669-BDA8-8FADE8DE59B3}" destId="{30AE6ADA-B887-4F7A-9AE3-725100E0EFCA}" srcOrd="1" destOrd="0" presId="urn:microsoft.com/office/officeart/2018/2/layout/IconLabelList"/>
    <dgm:cxn modelId="{C95EE533-BFA5-4F75-AF0C-A2C04122D9A6}" type="presParOf" srcId="{B2D58482-49D2-4669-BDA8-8FADE8DE59B3}" destId="{F63E19B9-B16A-41D2-A158-289BF47EA88A}" srcOrd="2" destOrd="0" presId="urn:microsoft.com/office/officeart/2018/2/layout/IconLabelList"/>
    <dgm:cxn modelId="{42E4E415-E9BB-4422-A385-9A0DFB6C6226}" type="presParOf" srcId="{52404959-A8BF-4B23-81A3-ED49BDC02558}" destId="{76B5B20D-761D-451C-927B-8ECB066D7F4E}" srcOrd="5" destOrd="0" presId="urn:microsoft.com/office/officeart/2018/2/layout/IconLabelList"/>
    <dgm:cxn modelId="{5E86359F-27F7-447C-8423-F8BB729429B7}" type="presParOf" srcId="{52404959-A8BF-4B23-81A3-ED49BDC02558}" destId="{C8E9C79F-BFEB-4523-BD27-904E40E95736}" srcOrd="6" destOrd="0" presId="urn:microsoft.com/office/officeart/2018/2/layout/IconLabelList"/>
    <dgm:cxn modelId="{80E7AC97-5401-43E7-8293-758A15E84F4F}" type="presParOf" srcId="{C8E9C79F-BFEB-4523-BD27-904E40E95736}" destId="{5CF47E28-06C0-40A8-A35D-7256649EB30B}" srcOrd="0" destOrd="0" presId="urn:microsoft.com/office/officeart/2018/2/layout/IconLabelList"/>
    <dgm:cxn modelId="{2BE42DD4-15F2-4EE4-BFA9-74BCD589964C}" type="presParOf" srcId="{C8E9C79F-BFEB-4523-BD27-904E40E95736}" destId="{E779B66E-1FC5-47E9-B260-4BDFC1C56C9B}" srcOrd="1" destOrd="0" presId="urn:microsoft.com/office/officeart/2018/2/layout/IconLabelList"/>
    <dgm:cxn modelId="{C4078134-81D1-4E0A-AEE6-7520AEC65B19}" type="presParOf" srcId="{C8E9C79F-BFEB-4523-BD27-904E40E95736}" destId="{CBC6ADB7-47FC-4352-ABB1-3A6605CB95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D28304-0BD4-4503-8C40-9F502568C1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7FE2A3A9-87C4-484B-86DD-1373097E0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Focus pricing strategy on RAM &amp; Processor</a:t>
          </a:r>
        </a:p>
      </dgm:t>
    </dgm:pt>
    <dgm:pt modelId="{60358FF4-158F-404B-8D59-1F7C642F6CC6}" type="parTrans" cxnId="{D971D6D5-1C81-45B5-A000-776AA84B010D}">
      <dgm:prSet/>
      <dgm:spPr/>
      <dgm:t>
        <a:bodyPr/>
        <a:lstStyle/>
        <a:p>
          <a:endParaRPr lang="en-US"/>
        </a:p>
      </dgm:t>
    </dgm:pt>
    <dgm:pt modelId="{90920E9C-DD4E-4280-B6CE-00AF48D8F628}" type="sibTrans" cxnId="{D971D6D5-1C81-45B5-A000-776AA84B010D}">
      <dgm:prSet/>
      <dgm:spPr/>
      <dgm:t>
        <a:bodyPr/>
        <a:lstStyle/>
        <a:p>
          <a:endParaRPr lang="en-US"/>
        </a:p>
      </dgm:t>
    </dgm:pt>
    <dgm:pt modelId="{6422DD8A-CAC4-47A5-BA86-AA369F70B0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Promote high camera specs for premium segment</a:t>
          </a:r>
        </a:p>
      </dgm:t>
    </dgm:pt>
    <dgm:pt modelId="{E17C1300-99FA-4C43-B22F-BDD500E2F25B}" type="parTrans" cxnId="{02ABBB4C-73A0-49C0-A9C8-A0F03CF598BE}">
      <dgm:prSet/>
      <dgm:spPr/>
      <dgm:t>
        <a:bodyPr/>
        <a:lstStyle/>
        <a:p>
          <a:endParaRPr lang="en-US"/>
        </a:p>
      </dgm:t>
    </dgm:pt>
    <dgm:pt modelId="{F372E0DC-FA27-4D21-84CE-920A23A84187}" type="sibTrans" cxnId="{02ABBB4C-73A0-49C0-A9C8-A0F03CF598BE}">
      <dgm:prSet/>
      <dgm:spPr/>
      <dgm:t>
        <a:bodyPr/>
        <a:lstStyle/>
        <a:p>
          <a:endParaRPr lang="en-US"/>
        </a:p>
      </dgm:t>
    </dgm:pt>
    <dgm:pt modelId="{0C294364-5A49-4C1D-9182-C363E24D2B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Battery capacity as supporting feature</a:t>
          </a:r>
        </a:p>
      </dgm:t>
    </dgm:pt>
    <dgm:pt modelId="{01A205A9-21D0-46E2-B5C3-2779D9D4EF72}" type="parTrans" cxnId="{5D59ECF0-B314-4280-9FE4-A5A9A097C3E0}">
      <dgm:prSet/>
      <dgm:spPr/>
      <dgm:t>
        <a:bodyPr/>
        <a:lstStyle/>
        <a:p>
          <a:endParaRPr lang="en-US"/>
        </a:p>
      </dgm:t>
    </dgm:pt>
    <dgm:pt modelId="{39AC5441-65F9-47D8-9B89-0CBC59B25BE3}" type="sibTrans" cxnId="{5D59ECF0-B314-4280-9FE4-A5A9A097C3E0}">
      <dgm:prSet/>
      <dgm:spPr/>
      <dgm:t>
        <a:bodyPr/>
        <a:lstStyle/>
        <a:p>
          <a:endParaRPr lang="en-US"/>
        </a:p>
      </dgm:t>
    </dgm:pt>
    <dgm:pt modelId="{19F28A43-F19C-42DD-AF8A-9AED43388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Do not overprice based on colour variants</a:t>
          </a:r>
        </a:p>
      </dgm:t>
    </dgm:pt>
    <dgm:pt modelId="{11B348DA-5FC3-4A3A-AFDB-98C6AF27B0B9}" type="parTrans" cxnId="{009735F0-569E-49A4-A446-BCB2B48742FC}">
      <dgm:prSet/>
      <dgm:spPr/>
      <dgm:t>
        <a:bodyPr/>
        <a:lstStyle/>
        <a:p>
          <a:endParaRPr lang="en-US"/>
        </a:p>
      </dgm:t>
    </dgm:pt>
    <dgm:pt modelId="{4150D3B5-D671-433C-B3F1-16F204E951D2}" type="sibTrans" cxnId="{009735F0-569E-49A4-A446-BCB2B48742FC}">
      <dgm:prSet/>
      <dgm:spPr/>
      <dgm:t>
        <a:bodyPr/>
        <a:lstStyle/>
        <a:p>
          <a:endParaRPr lang="en-US"/>
        </a:p>
      </dgm:t>
    </dgm:pt>
    <dgm:pt modelId="{EE32B9B0-5DFA-41BC-A6A6-F0EBF089D82C}" type="pres">
      <dgm:prSet presAssocID="{ADD28304-0BD4-4503-8C40-9F502568C11D}" presName="root" presStyleCnt="0">
        <dgm:presLayoutVars>
          <dgm:dir/>
          <dgm:resizeHandles val="exact"/>
        </dgm:presLayoutVars>
      </dgm:prSet>
      <dgm:spPr/>
    </dgm:pt>
    <dgm:pt modelId="{F5EB3948-249C-4158-B1E7-D545D073E57D}" type="pres">
      <dgm:prSet presAssocID="{7FE2A3A9-87C4-484B-86DD-1373097E0F57}" presName="compNode" presStyleCnt="0"/>
      <dgm:spPr/>
    </dgm:pt>
    <dgm:pt modelId="{9C2F90F3-A27D-424B-8C64-71471E395A34}" type="pres">
      <dgm:prSet presAssocID="{7FE2A3A9-87C4-484B-86DD-1373097E0F5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04BCC7-8732-45F8-9F8B-B2074ECD6BC8}" type="pres">
      <dgm:prSet presAssocID="{7FE2A3A9-87C4-484B-86DD-1373097E0F57}" presName="spaceRect" presStyleCnt="0"/>
      <dgm:spPr/>
    </dgm:pt>
    <dgm:pt modelId="{EE973570-4E70-4BA8-9891-831EDD4D3119}" type="pres">
      <dgm:prSet presAssocID="{7FE2A3A9-87C4-484B-86DD-1373097E0F57}" presName="textRect" presStyleLbl="revTx" presStyleIdx="0" presStyleCnt="4">
        <dgm:presLayoutVars>
          <dgm:chMax val="1"/>
          <dgm:chPref val="1"/>
        </dgm:presLayoutVars>
      </dgm:prSet>
      <dgm:spPr/>
    </dgm:pt>
    <dgm:pt modelId="{B20AAE97-1F21-4ADC-A717-EA6DC0F5EC54}" type="pres">
      <dgm:prSet presAssocID="{90920E9C-DD4E-4280-B6CE-00AF48D8F628}" presName="sibTrans" presStyleCnt="0"/>
      <dgm:spPr/>
    </dgm:pt>
    <dgm:pt modelId="{3EE04353-D59F-4CF5-88F0-B8E292C52A95}" type="pres">
      <dgm:prSet presAssocID="{6422DD8A-CAC4-47A5-BA86-AA369F70B0AE}" presName="compNode" presStyleCnt="0"/>
      <dgm:spPr/>
    </dgm:pt>
    <dgm:pt modelId="{7794CDB7-6675-4626-9D53-391B04852DEB}" type="pres">
      <dgm:prSet presAssocID="{6422DD8A-CAC4-47A5-BA86-AA369F70B0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74419214-6F08-4350-8613-B31A0DABC8FE}" type="pres">
      <dgm:prSet presAssocID="{6422DD8A-CAC4-47A5-BA86-AA369F70B0AE}" presName="spaceRect" presStyleCnt="0"/>
      <dgm:spPr/>
    </dgm:pt>
    <dgm:pt modelId="{0C60CDD3-5133-4D03-8DCA-FFD09932F5C0}" type="pres">
      <dgm:prSet presAssocID="{6422DD8A-CAC4-47A5-BA86-AA369F70B0AE}" presName="textRect" presStyleLbl="revTx" presStyleIdx="1" presStyleCnt="4">
        <dgm:presLayoutVars>
          <dgm:chMax val="1"/>
          <dgm:chPref val="1"/>
        </dgm:presLayoutVars>
      </dgm:prSet>
      <dgm:spPr/>
    </dgm:pt>
    <dgm:pt modelId="{48B0DF0C-C603-4767-8C10-965139450F0C}" type="pres">
      <dgm:prSet presAssocID="{F372E0DC-FA27-4D21-84CE-920A23A84187}" presName="sibTrans" presStyleCnt="0"/>
      <dgm:spPr/>
    </dgm:pt>
    <dgm:pt modelId="{60419F12-90D7-4A3F-82DD-78E738A4E573}" type="pres">
      <dgm:prSet presAssocID="{0C294364-5A49-4C1D-9182-C363E24D2BD0}" presName="compNode" presStyleCnt="0"/>
      <dgm:spPr/>
    </dgm:pt>
    <dgm:pt modelId="{9F3478FA-71B5-4D85-834A-E26683980E42}" type="pres">
      <dgm:prSet presAssocID="{0C294364-5A49-4C1D-9182-C363E24D2B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C0B760D0-723A-4279-A3E0-DF8BA0016668}" type="pres">
      <dgm:prSet presAssocID="{0C294364-5A49-4C1D-9182-C363E24D2BD0}" presName="spaceRect" presStyleCnt="0"/>
      <dgm:spPr/>
    </dgm:pt>
    <dgm:pt modelId="{C83030CB-5D61-40B2-AE13-99BA54851F48}" type="pres">
      <dgm:prSet presAssocID="{0C294364-5A49-4C1D-9182-C363E24D2BD0}" presName="textRect" presStyleLbl="revTx" presStyleIdx="2" presStyleCnt="4">
        <dgm:presLayoutVars>
          <dgm:chMax val="1"/>
          <dgm:chPref val="1"/>
        </dgm:presLayoutVars>
      </dgm:prSet>
      <dgm:spPr/>
    </dgm:pt>
    <dgm:pt modelId="{A676F54E-B026-4D2D-BC47-5CECB2B6A50A}" type="pres">
      <dgm:prSet presAssocID="{39AC5441-65F9-47D8-9B89-0CBC59B25BE3}" presName="sibTrans" presStyleCnt="0"/>
      <dgm:spPr/>
    </dgm:pt>
    <dgm:pt modelId="{0A952B65-7D31-4DE0-AD65-CAFDE5E04964}" type="pres">
      <dgm:prSet presAssocID="{19F28A43-F19C-42DD-AF8A-9AED43388406}" presName="compNode" presStyleCnt="0"/>
      <dgm:spPr/>
    </dgm:pt>
    <dgm:pt modelId="{691F228F-A096-4785-A73A-BDAB07E71F48}" type="pres">
      <dgm:prSet presAssocID="{19F28A43-F19C-42DD-AF8A-9AED433884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8CCEB411-3E9A-4FD9-86C7-B944D6773B3D}" type="pres">
      <dgm:prSet presAssocID="{19F28A43-F19C-42DD-AF8A-9AED43388406}" presName="spaceRect" presStyleCnt="0"/>
      <dgm:spPr/>
    </dgm:pt>
    <dgm:pt modelId="{0019541E-708F-4800-A41E-5295741D7E75}" type="pres">
      <dgm:prSet presAssocID="{19F28A43-F19C-42DD-AF8A-9AED433884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50D505-BEF6-4F88-B416-33537840D734}" type="presOf" srcId="{7FE2A3A9-87C4-484B-86DD-1373097E0F57}" destId="{EE973570-4E70-4BA8-9891-831EDD4D3119}" srcOrd="0" destOrd="0" presId="urn:microsoft.com/office/officeart/2018/2/layout/IconLabelList"/>
    <dgm:cxn modelId="{2E379D60-4433-4B5E-AEB0-1215BEB271A0}" type="presOf" srcId="{19F28A43-F19C-42DD-AF8A-9AED43388406}" destId="{0019541E-708F-4800-A41E-5295741D7E75}" srcOrd="0" destOrd="0" presId="urn:microsoft.com/office/officeart/2018/2/layout/IconLabelList"/>
    <dgm:cxn modelId="{7A8DC761-C727-4025-88A1-4345964A7B9C}" type="presOf" srcId="{ADD28304-0BD4-4503-8C40-9F502568C11D}" destId="{EE32B9B0-5DFA-41BC-A6A6-F0EBF089D82C}" srcOrd="0" destOrd="0" presId="urn:microsoft.com/office/officeart/2018/2/layout/IconLabelList"/>
    <dgm:cxn modelId="{02ABBB4C-73A0-49C0-A9C8-A0F03CF598BE}" srcId="{ADD28304-0BD4-4503-8C40-9F502568C11D}" destId="{6422DD8A-CAC4-47A5-BA86-AA369F70B0AE}" srcOrd="1" destOrd="0" parTransId="{E17C1300-99FA-4C43-B22F-BDD500E2F25B}" sibTransId="{F372E0DC-FA27-4D21-84CE-920A23A84187}"/>
    <dgm:cxn modelId="{8255118E-BED9-4EC4-95E7-E6A4452B5D0C}" type="presOf" srcId="{6422DD8A-CAC4-47A5-BA86-AA369F70B0AE}" destId="{0C60CDD3-5133-4D03-8DCA-FFD09932F5C0}" srcOrd="0" destOrd="0" presId="urn:microsoft.com/office/officeart/2018/2/layout/IconLabelList"/>
    <dgm:cxn modelId="{E77119BE-DF05-414B-A792-0420D4791412}" type="presOf" srcId="{0C294364-5A49-4C1D-9182-C363E24D2BD0}" destId="{C83030CB-5D61-40B2-AE13-99BA54851F48}" srcOrd="0" destOrd="0" presId="urn:microsoft.com/office/officeart/2018/2/layout/IconLabelList"/>
    <dgm:cxn modelId="{D971D6D5-1C81-45B5-A000-776AA84B010D}" srcId="{ADD28304-0BD4-4503-8C40-9F502568C11D}" destId="{7FE2A3A9-87C4-484B-86DD-1373097E0F57}" srcOrd="0" destOrd="0" parTransId="{60358FF4-158F-404B-8D59-1F7C642F6CC6}" sibTransId="{90920E9C-DD4E-4280-B6CE-00AF48D8F628}"/>
    <dgm:cxn modelId="{009735F0-569E-49A4-A446-BCB2B48742FC}" srcId="{ADD28304-0BD4-4503-8C40-9F502568C11D}" destId="{19F28A43-F19C-42DD-AF8A-9AED43388406}" srcOrd="3" destOrd="0" parTransId="{11B348DA-5FC3-4A3A-AFDB-98C6AF27B0B9}" sibTransId="{4150D3B5-D671-433C-B3F1-16F204E951D2}"/>
    <dgm:cxn modelId="{5D59ECF0-B314-4280-9FE4-A5A9A097C3E0}" srcId="{ADD28304-0BD4-4503-8C40-9F502568C11D}" destId="{0C294364-5A49-4C1D-9182-C363E24D2BD0}" srcOrd="2" destOrd="0" parTransId="{01A205A9-21D0-46E2-B5C3-2779D9D4EF72}" sibTransId="{39AC5441-65F9-47D8-9B89-0CBC59B25BE3}"/>
    <dgm:cxn modelId="{94B90F69-8768-408A-9DD5-CF38C6A3E0F3}" type="presParOf" srcId="{EE32B9B0-5DFA-41BC-A6A6-F0EBF089D82C}" destId="{F5EB3948-249C-4158-B1E7-D545D073E57D}" srcOrd="0" destOrd="0" presId="urn:microsoft.com/office/officeart/2018/2/layout/IconLabelList"/>
    <dgm:cxn modelId="{DB576C0B-B8BF-4219-A6D7-781E2FCF0D5A}" type="presParOf" srcId="{F5EB3948-249C-4158-B1E7-D545D073E57D}" destId="{9C2F90F3-A27D-424B-8C64-71471E395A34}" srcOrd="0" destOrd="0" presId="urn:microsoft.com/office/officeart/2018/2/layout/IconLabelList"/>
    <dgm:cxn modelId="{6352A7F5-65FE-4A1C-88A9-E3E09D7EF8FD}" type="presParOf" srcId="{F5EB3948-249C-4158-B1E7-D545D073E57D}" destId="{F804BCC7-8732-45F8-9F8B-B2074ECD6BC8}" srcOrd="1" destOrd="0" presId="urn:microsoft.com/office/officeart/2018/2/layout/IconLabelList"/>
    <dgm:cxn modelId="{96B4E505-4068-4118-984C-DD97487C8E0A}" type="presParOf" srcId="{F5EB3948-249C-4158-B1E7-D545D073E57D}" destId="{EE973570-4E70-4BA8-9891-831EDD4D3119}" srcOrd="2" destOrd="0" presId="urn:microsoft.com/office/officeart/2018/2/layout/IconLabelList"/>
    <dgm:cxn modelId="{9CABD4D6-1FE2-4A71-B8B2-DCF7DC9909B3}" type="presParOf" srcId="{EE32B9B0-5DFA-41BC-A6A6-F0EBF089D82C}" destId="{B20AAE97-1F21-4ADC-A717-EA6DC0F5EC54}" srcOrd="1" destOrd="0" presId="urn:microsoft.com/office/officeart/2018/2/layout/IconLabelList"/>
    <dgm:cxn modelId="{B4E92BFB-C841-49F4-9428-5F4F98E8A600}" type="presParOf" srcId="{EE32B9B0-5DFA-41BC-A6A6-F0EBF089D82C}" destId="{3EE04353-D59F-4CF5-88F0-B8E292C52A95}" srcOrd="2" destOrd="0" presId="urn:microsoft.com/office/officeart/2018/2/layout/IconLabelList"/>
    <dgm:cxn modelId="{C12C39B0-3D60-4516-8466-D49016B27441}" type="presParOf" srcId="{3EE04353-D59F-4CF5-88F0-B8E292C52A95}" destId="{7794CDB7-6675-4626-9D53-391B04852DEB}" srcOrd="0" destOrd="0" presId="urn:microsoft.com/office/officeart/2018/2/layout/IconLabelList"/>
    <dgm:cxn modelId="{8D9C9321-73D8-41B4-B4C9-6E29AADF8ADA}" type="presParOf" srcId="{3EE04353-D59F-4CF5-88F0-B8E292C52A95}" destId="{74419214-6F08-4350-8613-B31A0DABC8FE}" srcOrd="1" destOrd="0" presId="urn:microsoft.com/office/officeart/2018/2/layout/IconLabelList"/>
    <dgm:cxn modelId="{AC0BBC28-201F-4E75-9F48-6141A18A0EC7}" type="presParOf" srcId="{3EE04353-D59F-4CF5-88F0-B8E292C52A95}" destId="{0C60CDD3-5133-4D03-8DCA-FFD09932F5C0}" srcOrd="2" destOrd="0" presId="urn:microsoft.com/office/officeart/2018/2/layout/IconLabelList"/>
    <dgm:cxn modelId="{8D2D75C0-B465-49F2-A357-37B9B7F5D59F}" type="presParOf" srcId="{EE32B9B0-5DFA-41BC-A6A6-F0EBF089D82C}" destId="{48B0DF0C-C603-4767-8C10-965139450F0C}" srcOrd="3" destOrd="0" presId="urn:microsoft.com/office/officeart/2018/2/layout/IconLabelList"/>
    <dgm:cxn modelId="{DEEEF005-FE13-4D95-8960-9C097C4CF291}" type="presParOf" srcId="{EE32B9B0-5DFA-41BC-A6A6-F0EBF089D82C}" destId="{60419F12-90D7-4A3F-82DD-78E738A4E573}" srcOrd="4" destOrd="0" presId="urn:microsoft.com/office/officeart/2018/2/layout/IconLabelList"/>
    <dgm:cxn modelId="{EC58E02C-DA29-4168-97A9-40DEDCF5D7A2}" type="presParOf" srcId="{60419F12-90D7-4A3F-82DD-78E738A4E573}" destId="{9F3478FA-71B5-4D85-834A-E26683980E42}" srcOrd="0" destOrd="0" presId="urn:microsoft.com/office/officeart/2018/2/layout/IconLabelList"/>
    <dgm:cxn modelId="{9136D277-CD5E-4DF3-81DD-6B5596178CD4}" type="presParOf" srcId="{60419F12-90D7-4A3F-82DD-78E738A4E573}" destId="{C0B760D0-723A-4279-A3E0-DF8BA0016668}" srcOrd="1" destOrd="0" presId="urn:microsoft.com/office/officeart/2018/2/layout/IconLabelList"/>
    <dgm:cxn modelId="{EAE60E8D-FF35-4819-A25F-68E68D2A38CF}" type="presParOf" srcId="{60419F12-90D7-4A3F-82DD-78E738A4E573}" destId="{C83030CB-5D61-40B2-AE13-99BA54851F48}" srcOrd="2" destOrd="0" presId="urn:microsoft.com/office/officeart/2018/2/layout/IconLabelList"/>
    <dgm:cxn modelId="{6C05241D-A5B6-4EE2-8DB2-74FBE65C2AA0}" type="presParOf" srcId="{EE32B9B0-5DFA-41BC-A6A6-F0EBF089D82C}" destId="{A676F54E-B026-4D2D-BC47-5CECB2B6A50A}" srcOrd="5" destOrd="0" presId="urn:microsoft.com/office/officeart/2018/2/layout/IconLabelList"/>
    <dgm:cxn modelId="{C689873B-03A2-40C1-BF1D-E967B25C293E}" type="presParOf" srcId="{EE32B9B0-5DFA-41BC-A6A6-F0EBF089D82C}" destId="{0A952B65-7D31-4DE0-AD65-CAFDE5E04964}" srcOrd="6" destOrd="0" presId="urn:microsoft.com/office/officeart/2018/2/layout/IconLabelList"/>
    <dgm:cxn modelId="{56458729-9E32-4B0E-83CC-F9D9719D0697}" type="presParOf" srcId="{0A952B65-7D31-4DE0-AD65-CAFDE5E04964}" destId="{691F228F-A096-4785-A73A-BDAB07E71F48}" srcOrd="0" destOrd="0" presId="urn:microsoft.com/office/officeart/2018/2/layout/IconLabelList"/>
    <dgm:cxn modelId="{124D8A33-D96E-4829-837F-68D23EBA6790}" type="presParOf" srcId="{0A952B65-7D31-4DE0-AD65-CAFDE5E04964}" destId="{8CCEB411-3E9A-4FD9-86C7-B944D6773B3D}" srcOrd="1" destOrd="0" presId="urn:microsoft.com/office/officeart/2018/2/layout/IconLabelList"/>
    <dgm:cxn modelId="{CA6064DE-0DDB-4372-9304-AE110AA7F506}" type="presParOf" srcId="{0A952B65-7D31-4DE0-AD65-CAFDE5E04964}" destId="{0019541E-708F-4800-A41E-5295741D7E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2D46F19-8539-4695-A8FF-F02B331352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B6F30EC-B5D4-4472-AB70-49951DB425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Successfully built price prediction model</a:t>
          </a:r>
        </a:p>
      </dgm:t>
    </dgm:pt>
    <dgm:pt modelId="{F26CA511-F093-43BE-98FB-39CAFD9E3ED6}" type="parTrans" cxnId="{074962A9-4BC9-43BD-B94E-5B23D8AF6EC5}">
      <dgm:prSet/>
      <dgm:spPr/>
      <dgm:t>
        <a:bodyPr/>
        <a:lstStyle/>
        <a:p>
          <a:endParaRPr lang="en-US"/>
        </a:p>
      </dgm:t>
    </dgm:pt>
    <dgm:pt modelId="{E0A4263D-A468-48CE-AA68-F3D487528DEF}" type="sibTrans" cxnId="{074962A9-4BC9-43BD-B94E-5B23D8AF6EC5}">
      <dgm:prSet/>
      <dgm:spPr/>
      <dgm:t>
        <a:bodyPr/>
        <a:lstStyle/>
        <a:p>
          <a:endParaRPr lang="en-US"/>
        </a:p>
      </dgm:t>
    </dgm:pt>
    <dgm:pt modelId="{4A281668-74F4-42BD-A761-2A2CCB704D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Identified key influential features</a:t>
          </a:r>
        </a:p>
      </dgm:t>
    </dgm:pt>
    <dgm:pt modelId="{94C7B04F-3AB3-4EBD-8FD9-45AE4D3F2C7C}" type="parTrans" cxnId="{147FA958-DCFD-468A-AD24-3ADB842C8445}">
      <dgm:prSet/>
      <dgm:spPr/>
      <dgm:t>
        <a:bodyPr/>
        <a:lstStyle/>
        <a:p>
          <a:endParaRPr lang="en-US"/>
        </a:p>
      </dgm:t>
    </dgm:pt>
    <dgm:pt modelId="{EC87D472-61D6-4224-932A-8278356E924B}" type="sibTrans" cxnId="{147FA958-DCFD-468A-AD24-3ADB842C8445}">
      <dgm:prSet/>
      <dgm:spPr/>
      <dgm:t>
        <a:bodyPr/>
        <a:lstStyle/>
        <a:p>
          <a:endParaRPr lang="en-US"/>
        </a:p>
      </dgm:t>
    </dgm:pt>
    <dgm:pt modelId="{E76E57B9-86D6-4972-89E1-B56DE28C26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Random Forest model gives best results</a:t>
          </a:r>
        </a:p>
      </dgm:t>
    </dgm:pt>
    <dgm:pt modelId="{04837F14-0742-4285-A9D3-7CC7C1645DDB}" type="parTrans" cxnId="{03EAEFDA-DB7C-4928-855C-DD6C3A6C35B7}">
      <dgm:prSet/>
      <dgm:spPr/>
      <dgm:t>
        <a:bodyPr/>
        <a:lstStyle/>
        <a:p>
          <a:endParaRPr lang="en-US"/>
        </a:p>
      </dgm:t>
    </dgm:pt>
    <dgm:pt modelId="{79F3B2B6-02A8-4D47-8628-ED1C01F624F6}" type="sibTrans" cxnId="{03EAEFDA-DB7C-4928-855C-DD6C3A6C35B7}">
      <dgm:prSet/>
      <dgm:spPr/>
      <dgm:t>
        <a:bodyPr/>
        <a:lstStyle/>
        <a:p>
          <a:endParaRPr lang="en-US"/>
        </a:p>
      </dgm:t>
    </dgm:pt>
    <dgm:pt modelId="{C0DA801D-54A4-4145-868D-CAC360822E0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Insights help improve pricing strategy</a:t>
          </a:r>
        </a:p>
      </dgm:t>
    </dgm:pt>
    <dgm:pt modelId="{548C9DD5-5656-41E5-A1F1-16410CC50A94}" type="parTrans" cxnId="{4F8EE7E7-3216-4A4C-B6FF-75327CD41BFE}">
      <dgm:prSet/>
      <dgm:spPr/>
      <dgm:t>
        <a:bodyPr/>
        <a:lstStyle/>
        <a:p>
          <a:endParaRPr lang="en-US"/>
        </a:p>
      </dgm:t>
    </dgm:pt>
    <dgm:pt modelId="{C67BEC83-CA12-4117-BEFF-473C5683919B}" type="sibTrans" cxnId="{4F8EE7E7-3216-4A4C-B6FF-75327CD41BFE}">
      <dgm:prSet/>
      <dgm:spPr/>
      <dgm:t>
        <a:bodyPr/>
        <a:lstStyle/>
        <a:p>
          <a:endParaRPr lang="en-US"/>
        </a:p>
      </dgm:t>
    </dgm:pt>
    <dgm:pt modelId="{7FFD74B9-61FC-4259-8A2F-B7AC249DC0F2}" type="pres">
      <dgm:prSet presAssocID="{62D46F19-8539-4695-A8FF-F02B3313528A}" presName="root" presStyleCnt="0">
        <dgm:presLayoutVars>
          <dgm:dir/>
          <dgm:resizeHandles val="exact"/>
        </dgm:presLayoutVars>
      </dgm:prSet>
      <dgm:spPr/>
    </dgm:pt>
    <dgm:pt modelId="{A2B47E1A-BDB7-4A07-87E4-2B7C049C3ED5}" type="pres">
      <dgm:prSet presAssocID="{7B6F30EC-B5D4-4472-AB70-49951DB425A0}" presName="compNode" presStyleCnt="0"/>
      <dgm:spPr/>
    </dgm:pt>
    <dgm:pt modelId="{9649AE63-DED9-4C04-A093-8A375DB2481B}" type="pres">
      <dgm:prSet presAssocID="{7B6F30EC-B5D4-4472-AB70-49951DB425A0}" presName="iconBgRect" presStyleLbl="bgShp" presStyleIdx="0" presStyleCnt="4"/>
      <dgm:spPr/>
    </dgm:pt>
    <dgm:pt modelId="{6F62254D-955C-45AB-8AB7-E3A3C55EC9F5}" type="pres">
      <dgm:prSet presAssocID="{7B6F30EC-B5D4-4472-AB70-49951DB425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8D9B7C-1233-47AA-81F9-DE1496E5DD65}" type="pres">
      <dgm:prSet presAssocID="{7B6F30EC-B5D4-4472-AB70-49951DB425A0}" presName="spaceRect" presStyleCnt="0"/>
      <dgm:spPr/>
    </dgm:pt>
    <dgm:pt modelId="{C61693B4-A4AB-4231-9ED5-2D4FE903E172}" type="pres">
      <dgm:prSet presAssocID="{7B6F30EC-B5D4-4472-AB70-49951DB425A0}" presName="textRect" presStyleLbl="revTx" presStyleIdx="0" presStyleCnt="4">
        <dgm:presLayoutVars>
          <dgm:chMax val="1"/>
          <dgm:chPref val="1"/>
        </dgm:presLayoutVars>
      </dgm:prSet>
      <dgm:spPr/>
    </dgm:pt>
    <dgm:pt modelId="{0690448B-2EE6-4F33-B16F-601032F7E1A4}" type="pres">
      <dgm:prSet presAssocID="{E0A4263D-A468-48CE-AA68-F3D487528DEF}" presName="sibTrans" presStyleCnt="0"/>
      <dgm:spPr/>
    </dgm:pt>
    <dgm:pt modelId="{40E6A92D-EC23-48BF-AC33-738DBFBDDA04}" type="pres">
      <dgm:prSet presAssocID="{4A281668-74F4-42BD-A761-2A2CCB704DF7}" presName="compNode" presStyleCnt="0"/>
      <dgm:spPr/>
    </dgm:pt>
    <dgm:pt modelId="{14BFFD13-6DE0-433A-9F63-0FB4A1016A0D}" type="pres">
      <dgm:prSet presAssocID="{4A281668-74F4-42BD-A761-2A2CCB704DF7}" presName="iconBgRect" presStyleLbl="bgShp" presStyleIdx="1" presStyleCnt="4"/>
      <dgm:spPr/>
    </dgm:pt>
    <dgm:pt modelId="{CA947781-11AB-45A0-9FC2-E56C9B95CC14}" type="pres">
      <dgm:prSet presAssocID="{4A281668-74F4-42BD-A761-2A2CCB704D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B8577C0-F86A-40BA-9C3C-2CADB41F33DA}" type="pres">
      <dgm:prSet presAssocID="{4A281668-74F4-42BD-A761-2A2CCB704DF7}" presName="spaceRect" presStyleCnt="0"/>
      <dgm:spPr/>
    </dgm:pt>
    <dgm:pt modelId="{7C06CB69-8F63-4F03-B773-941C657A03C0}" type="pres">
      <dgm:prSet presAssocID="{4A281668-74F4-42BD-A761-2A2CCB704DF7}" presName="textRect" presStyleLbl="revTx" presStyleIdx="1" presStyleCnt="4">
        <dgm:presLayoutVars>
          <dgm:chMax val="1"/>
          <dgm:chPref val="1"/>
        </dgm:presLayoutVars>
      </dgm:prSet>
      <dgm:spPr/>
    </dgm:pt>
    <dgm:pt modelId="{554B77FF-C19E-43D0-81A2-30E7CA101480}" type="pres">
      <dgm:prSet presAssocID="{EC87D472-61D6-4224-932A-8278356E924B}" presName="sibTrans" presStyleCnt="0"/>
      <dgm:spPr/>
    </dgm:pt>
    <dgm:pt modelId="{3023003C-8F65-41EE-AF88-3090C78AD0B7}" type="pres">
      <dgm:prSet presAssocID="{E76E57B9-86D6-4972-89E1-B56DE28C26FD}" presName="compNode" presStyleCnt="0"/>
      <dgm:spPr/>
    </dgm:pt>
    <dgm:pt modelId="{B86B2BFC-AC32-434A-9A31-6277C249B1D9}" type="pres">
      <dgm:prSet presAssocID="{E76E57B9-86D6-4972-89E1-B56DE28C26FD}" presName="iconBgRect" presStyleLbl="bgShp" presStyleIdx="2" presStyleCnt="4"/>
      <dgm:spPr/>
    </dgm:pt>
    <dgm:pt modelId="{6ABBCBC9-25B4-478B-8D04-CB7CB091D67F}" type="pres">
      <dgm:prSet presAssocID="{E76E57B9-86D6-4972-89E1-B56DE28C26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7ECE5EA-C934-4387-A040-6065D0250330}" type="pres">
      <dgm:prSet presAssocID="{E76E57B9-86D6-4972-89E1-B56DE28C26FD}" presName="spaceRect" presStyleCnt="0"/>
      <dgm:spPr/>
    </dgm:pt>
    <dgm:pt modelId="{9A5DF297-67A5-443F-A3A7-8D2D52CE0A41}" type="pres">
      <dgm:prSet presAssocID="{E76E57B9-86D6-4972-89E1-B56DE28C26FD}" presName="textRect" presStyleLbl="revTx" presStyleIdx="2" presStyleCnt="4">
        <dgm:presLayoutVars>
          <dgm:chMax val="1"/>
          <dgm:chPref val="1"/>
        </dgm:presLayoutVars>
      </dgm:prSet>
      <dgm:spPr/>
    </dgm:pt>
    <dgm:pt modelId="{091DE46D-A046-4DE6-B83D-8E282918CBA7}" type="pres">
      <dgm:prSet presAssocID="{79F3B2B6-02A8-4D47-8628-ED1C01F624F6}" presName="sibTrans" presStyleCnt="0"/>
      <dgm:spPr/>
    </dgm:pt>
    <dgm:pt modelId="{A50BBF30-3E60-48B8-9EFB-5AED2761DB70}" type="pres">
      <dgm:prSet presAssocID="{C0DA801D-54A4-4145-868D-CAC360822E0F}" presName="compNode" presStyleCnt="0"/>
      <dgm:spPr/>
    </dgm:pt>
    <dgm:pt modelId="{A2086225-F6BD-428E-830A-37670A6D6D68}" type="pres">
      <dgm:prSet presAssocID="{C0DA801D-54A4-4145-868D-CAC360822E0F}" presName="iconBgRect" presStyleLbl="bgShp" presStyleIdx="3" presStyleCnt="4"/>
      <dgm:spPr/>
    </dgm:pt>
    <dgm:pt modelId="{DB96B8A1-4A74-4C52-90DB-A8498E431467}" type="pres">
      <dgm:prSet presAssocID="{C0DA801D-54A4-4145-868D-CAC360822E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4A4C5A36-124A-40BF-8C68-6BCE36EE7988}" type="pres">
      <dgm:prSet presAssocID="{C0DA801D-54A4-4145-868D-CAC360822E0F}" presName="spaceRect" presStyleCnt="0"/>
      <dgm:spPr/>
    </dgm:pt>
    <dgm:pt modelId="{1044EDEB-1C9A-4362-B7B5-F304A0CD67F5}" type="pres">
      <dgm:prSet presAssocID="{C0DA801D-54A4-4145-868D-CAC360822E0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2F7D12-9653-48CE-BB54-DDDC1B6A9464}" type="presOf" srcId="{4A281668-74F4-42BD-A761-2A2CCB704DF7}" destId="{7C06CB69-8F63-4F03-B773-941C657A03C0}" srcOrd="0" destOrd="0" presId="urn:microsoft.com/office/officeart/2018/5/layout/IconCircleLabelList"/>
    <dgm:cxn modelId="{788E8125-C659-474F-9637-D0D8C2BDA8B0}" type="presOf" srcId="{7B6F30EC-B5D4-4472-AB70-49951DB425A0}" destId="{C61693B4-A4AB-4231-9ED5-2D4FE903E172}" srcOrd="0" destOrd="0" presId="urn:microsoft.com/office/officeart/2018/5/layout/IconCircleLabelList"/>
    <dgm:cxn modelId="{826C0642-EB80-496E-8A20-DF5AEDC6EAE3}" type="presOf" srcId="{E76E57B9-86D6-4972-89E1-B56DE28C26FD}" destId="{9A5DF297-67A5-443F-A3A7-8D2D52CE0A41}" srcOrd="0" destOrd="0" presId="urn:microsoft.com/office/officeart/2018/5/layout/IconCircleLabelList"/>
    <dgm:cxn modelId="{147FA958-DCFD-468A-AD24-3ADB842C8445}" srcId="{62D46F19-8539-4695-A8FF-F02B3313528A}" destId="{4A281668-74F4-42BD-A761-2A2CCB704DF7}" srcOrd="1" destOrd="0" parTransId="{94C7B04F-3AB3-4EBD-8FD9-45AE4D3F2C7C}" sibTransId="{EC87D472-61D6-4224-932A-8278356E924B}"/>
    <dgm:cxn modelId="{43AF3D9B-B431-4BFB-8C0A-09E5A786B0EC}" type="presOf" srcId="{C0DA801D-54A4-4145-868D-CAC360822E0F}" destId="{1044EDEB-1C9A-4362-B7B5-F304A0CD67F5}" srcOrd="0" destOrd="0" presId="urn:microsoft.com/office/officeart/2018/5/layout/IconCircleLabelList"/>
    <dgm:cxn modelId="{074962A9-4BC9-43BD-B94E-5B23D8AF6EC5}" srcId="{62D46F19-8539-4695-A8FF-F02B3313528A}" destId="{7B6F30EC-B5D4-4472-AB70-49951DB425A0}" srcOrd="0" destOrd="0" parTransId="{F26CA511-F093-43BE-98FB-39CAFD9E3ED6}" sibTransId="{E0A4263D-A468-48CE-AA68-F3D487528DEF}"/>
    <dgm:cxn modelId="{CD48E1B3-A99C-4903-83F6-23BA5628F8E0}" type="presOf" srcId="{62D46F19-8539-4695-A8FF-F02B3313528A}" destId="{7FFD74B9-61FC-4259-8A2F-B7AC249DC0F2}" srcOrd="0" destOrd="0" presId="urn:microsoft.com/office/officeart/2018/5/layout/IconCircleLabelList"/>
    <dgm:cxn modelId="{03EAEFDA-DB7C-4928-855C-DD6C3A6C35B7}" srcId="{62D46F19-8539-4695-A8FF-F02B3313528A}" destId="{E76E57B9-86D6-4972-89E1-B56DE28C26FD}" srcOrd="2" destOrd="0" parTransId="{04837F14-0742-4285-A9D3-7CC7C1645DDB}" sibTransId="{79F3B2B6-02A8-4D47-8628-ED1C01F624F6}"/>
    <dgm:cxn modelId="{4F8EE7E7-3216-4A4C-B6FF-75327CD41BFE}" srcId="{62D46F19-8539-4695-A8FF-F02B3313528A}" destId="{C0DA801D-54A4-4145-868D-CAC360822E0F}" srcOrd="3" destOrd="0" parTransId="{548C9DD5-5656-41E5-A1F1-16410CC50A94}" sibTransId="{C67BEC83-CA12-4117-BEFF-473C5683919B}"/>
    <dgm:cxn modelId="{65DA6E5D-D1AC-41C4-BFCA-0B66CD7AD9CC}" type="presParOf" srcId="{7FFD74B9-61FC-4259-8A2F-B7AC249DC0F2}" destId="{A2B47E1A-BDB7-4A07-87E4-2B7C049C3ED5}" srcOrd="0" destOrd="0" presId="urn:microsoft.com/office/officeart/2018/5/layout/IconCircleLabelList"/>
    <dgm:cxn modelId="{CC88B788-4356-4991-BE4F-6904FD711EA5}" type="presParOf" srcId="{A2B47E1A-BDB7-4A07-87E4-2B7C049C3ED5}" destId="{9649AE63-DED9-4C04-A093-8A375DB2481B}" srcOrd="0" destOrd="0" presId="urn:microsoft.com/office/officeart/2018/5/layout/IconCircleLabelList"/>
    <dgm:cxn modelId="{EAB6815E-8AFB-43A4-8C68-2C9619972717}" type="presParOf" srcId="{A2B47E1A-BDB7-4A07-87E4-2B7C049C3ED5}" destId="{6F62254D-955C-45AB-8AB7-E3A3C55EC9F5}" srcOrd="1" destOrd="0" presId="urn:microsoft.com/office/officeart/2018/5/layout/IconCircleLabelList"/>
    <dgm:cxn modelId="{F2C0E1E4-AF9F-4BEA-87C3-12490FAA669D}" type="presParOf" srcId="{A2B47E1A-BDB7-4A07-87E4-2B7C049C3ED5}" destId="{148D9B7C-1233-47AA-81F9-DE1496E5DD65}" srcOrd="2" destOrd="0" presId="urn:microsoft.com/office/officeart/2018/5/layout/IconCircleLabelList"/>
    <dgm:cxn modelId="{8B2A36E4-987F-4F5D-BF32-3D6274FF3AF8}" type="presParOf" srcId="{A2B47E1A-BDB7-4A07-87E4-2B7C049C3ED5}" destId="{C61693B4-A4AB-4231-9ED5-2D4FE903E172}" srcOrd="3" destOrd="0" presId="urn:microsoft.com/office/officeart/2018/5/layout/IconCircleLabelList"/>
    <dgm:cxn modelId="{D1462D6F-1565-41BF-9652-BDEDAFE05032}" type="presParOf" srcId="{7FFD74B9-61FC-4259-8A2F-B7AC249DC0F2}" destId="{0690448B-2EE6-4F33-B16F-601032F7E1A4}" srcOrd="1" destOrd="0" presId="urn:microsoft.com/office/officeart/2018/5/layout/IconCircleLabelList"/>
    <dgm:cxn modelId="{6EC86083-A498-49CB-837E-3E6CFEEC46C1}" type="presParOf" srcId="{7FFD74B9-61FC-4259-8A2F-B7AC249DC0F2}" destId="{40E6A92D-EC23-48BF-AC33-738DBFBDDA04}" srcOrd="2" destOrd="0" presId="urn:microsoft.com/office/officeart/2018/5/layout/IconCircleLabelList"/>
    <dgm:cxn modelId="{EDB3DE84-CFA8-41B8-BA2F-9C070E019CBE}" type="presParOf" srcId="{40E6A92D-EC23-48BF-AC33-738DBFBDDA04}" destId="{14BFFD13-6DE0-433A-9F63-0FB4A1016A0D}" srcOrd="0" destOrd="0" presId="urn:microsoft.com/office/officeart/2018/5/layout/IconCircleLabelList"/>
    <dgm:cxn modelId="{35D2B381-0363-476B-95E2-E054AA6D3DC1}" type="presParOf" srcId="{40E6A92D-EC23-48BF-AC33-738DBFBDDA04}" destId="{CA947781-11AB-45A0-9FC2-E56C9B95CC14}" srcOrd="1" destOrd="0" presId="urn:microsoft.com/office/officeart/2018/5/layout/IconCircleLabelList"/>
    <dgm:cxn modelId="{22E800E9-4E31-41A7-8926-664EC91D0659}" type="presParOf" srcId="{40E6A92D-EC23-48BF-AC33-738DBFBDDA04}" destId="{BB8577C0-F86A-40BA-9C3C-2CADB41F33DA}" srcOrd="2" destOrd="0" presId="urn:microsoft.com/office/officeart/2018/5/layout/IconCircleLabelList"/>
    <dgm:cxn modelId="{6947A392-BFFD-4A21-A106-EA9750F3C7A0}" type="presParOf" srcId="{40E6A92D-EC23-48BF-AC33-738DBFBDDA04}" destId="{7C06CB69-8F63-4F03-B773-941C657A03C0}" srcOrd="3" destOrd="0" presId="urn:microsoft.com/office/officeart/2018/5/layout/IconCircleLabelList"/>
    <dgm:cxn modelId="{8AEACC57-7849-4D03-846C-D57187BB6BF8}" type="presParOf" srcId="{7FFD74B9-61FC-4259-8A2F-B7AC249DC0F2}" destId="{554B77FF-C19E-43D0-81A2-30E7CA101480}" srcOrd="3" destOrd="0" presId="urn:microsoft.com/office/officeart/2018/5/layout/IconCircleLabelList"/>
    <dgm:cxn modelId="{9F90DCBD-A8ED-4784-AC07-0E1238CF283D}" type="presParOf" srcId="{7FFD74B9-61FC-4259-8A2F-B7AC249DC0F2}" destId="{3023003C-8F65-41EE-AF88-3090C78AD0B7}" srcOrd="4" destOrd="0" presId="urn:microsoft.com/office/officeart/2018/5/layout/IconCircleLabelList"/>
    <dgm:cxn modelId="{3C1876E1-AEC2-46DF-A498-7E5E27C41010}" type="presParOf" srcId="{3023003C-8F65-41EE-AF88-3090C78AD0B7}" destId="{B86B2BFC-AC32-434A-9A31-6277C249B1D9}" srcOrd="0" destOrd="0" presId="urn:microsoft.com/office/officeart/2018/5/layout/IconCircleLabelList"/>
    <dgm:cxn modelId="{3BB4E4CA-2056-4009-B595-FE48ED071D9F}" type="presParOf" srcId="{3023003C-8F65-41EE-AF88-3090C78AD0B7}" destId="{6ABBCBC9-25B4-478B-8D04-CB7CB091D67F}" srcOrd="1" destOrd="0" presId="urn:microsoft.com/office/officeart/2018/5/layout/IconCircleLabelList"/>
    <dgm:cxn modelId="{51482931-DC17-4867-88F3-4015B8110008}" type="presParOf" srcId="{3023003C-8F65-41EE-AF88-3090C78AD0B7}" destId="{D7ECE5EA-C934-4387-A040-6065D0250330}" srcOrd="2" destOrd="0" presId="urn:microsoft.com/office/officeart/2018/5/layout/IconCircleLabelList"/>
    <dgm:cxn modelId="{F7701F3A-E49B-4393-AB6B-DAAEA261CB58}" type="presParOf" srcId="{3023003C-8F65-41EE-AF88-3090C78AD0B7}" destId="{9A5DF297-67A5-443F-A3A7-8D2D52CE0A41}" srcOrd="3" destOrd="0" presId="urn:microsoft.com/office/officeart/2018/5/layout/IconCircleLabelList"/>
    <dgm:cxn modelId="{6FF9C0F6-9228-4429-9E81-7E6C14F6B969}" type="presParOf" srcId="{7FFD74B9-61FC-4259-8A2F-B7AC249DC0F2}" destId="{091DE46D-A046-4DE6-B83D-8E282918CBA7}" srcOrd="5" destOrd="0" presId="urn:microsoft.com/office/officeart/2018/5/layout/IconCircleLabelList"/>
    <dgm:cxn modelId="{2E47E148-6A5F-4A0F-9482-953D20D37827}" type="presParOf" srcId="{7FFD74B9-61FC-4259-8A2F-B7AC249DC0F2}" destId="{A50BBF30-3E60-48B8-9EFB-5AED2761DB70}" srcOrd="6" destOrd="0" presId="urn:microsoft.com/office/officeart/2018/5/layout/IconCircleLabelList"/>
    <dgm:cxn modelId="{9C8584F6-5D20-4B68-8DC5-15BC1CBE2C45}" type="presParOf" srcId="{A50BBF30-3E60-48B8-9EFB-5AED2761DB70}" destId="{A2086225-F6BD-428E-830A-37670A6D6D68}" srcOrd="0" destOrd="0" presId="urn:microsoft.com/office/officeart/2018/5/layout/IconCircleLabelList"/>
    <dgm:cxn modelId="{2C9F8518-9BE3-4CC7-9B22-AD483EE0B993}" type="presParOf" srcId="{A50BBF30-3E60-48B8-9EFB-5AED2761DB70}" destId="{DB96B8A1-4A74-4C52-90DB-A8498E431467}" srcOrd="1" destOrd="0" presId="urn:microsoft.com/office/officeart/2018/5/layout/IconCircleLabelList"/>
    <dgm:cxn modelId="{49B0B213-6E4B-4EB9-80F7-B74DCBC082AD}" type="presParOf" srcId="{A50BBF30-3E60-48B8-9EFB-5AED2761DB70}" destId="{4A4C5A36-124A-40BF-8C68-6BCE36EE7988}" srcOrd="2" destOrd="0" presId="urn:microsoft.com/office/officeart/2018/5/layout/IconCircleLabelList"/>
    <dgm:cxn modelId="{C5A95F06-E625-4D53-AF1E-CC6D291FA812}" type="presParOf" srcId="{A50BBF30-3E60-48B8-9EFB-5AED2761DB70}" destId="{1044EDEB-1C9A-4362-B7B5-F304A0CD67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9B487-30FB-4AAE-8BF4-F1870CB45441}">
      <dsp:nvSpPr>
        <dsp:cNvPr id="0" name=""/>
        <dsp:cNvSpPr/>
      </dsp:nvSpPr>
      <dsp:spPr>
        <a:xfrm>
          <a:off x="783128" y="864"/>
          <a:ext cx="861029" cy="86102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C42B3-E08C-4212-B550-3EDEA20E9827}">
      <dsp:nvSpPr>
        <dsp:cNvPr id="0" name=""/>
        <dsp:cNvSpPr/>
      </dsp:nvSpPr>
      <dsp:spPr>
        <a:xfrm>
          <a:off x="966626" y="184362"/>
          <a:ext cx="494033" cy="4940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B8C37-70C5-4259-9BCC-9E61C3687040}">
      <dsp:nvSpPr>
        <dsp:cNvPr id="0" name=""/>
        <dsp:cNvSpPr/>
      </dsp:nvSpPr>
      <dsp:spPr>
        <a:xfrm>
          <a:off x="507881" y="1130083"/>
          <a:ext cx="1411523" cy="56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Understand key features affecting mobile prices</a:t>
          </a:r>
        </a:p>
      </dsp:txBody>
      <dsp:txXfrm>
        <a:off x="507881" y="1130083"/>
        <a:ext cx="1411523" cy="564609"/>
      </dsp:txXfrm>
    </dsp:sp>
    <dsp:sp modelId="{91BBCEE4-C334-4F01-98BD-173B1B2082F6}">
      <dsp:nvSpPr>
        <dsp:cNvPr id="0" name=""/>
        <dsp:cNvSpPr/>
      </dsp:nvSpPr>
      <dsp:spPr>
        <a:xfrm>
          <a:off x="2441668" y="864"/>
          <a:ext cx="861029" cy="86102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50436-FDCC-4420-A901-6311A4A5BB28}">
      <dsp:nvSpPr>
        <dsp:cNvPr id="0" name=""/>
        <dsp:cNvSpPr/>
      </dsp:nvSpPr>
      <dsp:spPr>
        <a:xfrm>
          <a:off x="2625166" y="184362"/>
          <a:ext cx="494033" cy="4940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0D0D7-765A-48EE-B91A-18DFB134034C}">
      <dsp:nvSpPr>
        <dsp:cNvPr id="0" name=""/>
        <dsp:cNvSpPr/>
      </dsp:nvSpPr>
      <dsp:spPr>
        <a:xfrm>
          <a:off x="2166421" y="1130083"/>
          <a:ext cx="1411523" cy="56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Perform feature extraction analysis</a:t>
          </a:r>
        </a:p>
      </dsp:txBody>
      <dsp:txXfrm>
        <a:off x="2166421" y="1130083"/>
        <a:ext cx="1411523" cy="564609"/>
      </dsp:txXfrm>
    </dsp:sp>
    <dsp:sp modelId="{D7824D36-3625-4C63-9F50-C575C85854FE}">
      <dsp:nvSpPr>
        <dsp:cNvPr id="0" name=""/>
        <dsp:cNvSpPr/>
      </dsp:nvSpPr>
      <dsp:spPr>
        <a:xfrm>
          <a:off x="4100208" y="864"/>
          <a:ext cx="861029" cy="86102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2513A-3D43-4AF7-8039-A320733E6592}">
      <dsp:nvSpPr>
        <dsp:cNvPr id="0" name=""/>
        <dsp:cNvSpPr/>
      </dsp:nvSpPr>
      <dsp:spPr>
        <a:xfrm>
          <a:off x="4283706" y="184362"/>
          <a:ext cx="494033" cy="4940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D586B-EA6F-4E29-812F-C0F81662E5B1}">
      <dsp:nvSpPr>
        <dsp:cNvPr id="0" name=""/>
        <dsp:cNvSpPr/>
      </dsp:nvSpPr>
      <dsp:spPr>
        <a:xfrm>
          <a:off x="3824961" y="1130083"/>
          <a:ext cx="1411523" cy="56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Build machine learning model for price prediction</a:t>
          </a:r>
        </a:p>
      </dsp:txBody>
      <dsp:txXfrm>
        <a:off x="3824961" y="1130083"/>
        <a:ext cx="1411523" cy="564609"/>
      </dsp:txXfrm>
    </dsp:sp>
    <dsp:sp modelId="{74AC3D51-4AD4-4837-94D8-3D8D07E17556}">
      <dsp:nvSpPr>
        <dsp:cNvPr id="0" name=""/>
        <dsp:cNvSpPr/>
      </dsp:nvSpPr>
      <dsp:spPr>
        <a:xfrm>
          <a:off x="2441668" y="2047573"/>
          <a:ext cx="861029" cy="86102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EE923-D8BE-41DB-BC31-36435EF2FC13}">
      <dsp:nvSpPr>
        <dsp:cNvPr id="0" name=""/>
        <dsp:cNvSpPr/>
      </dsp:nvSpPr>
      <dsp:spPr>
        <a:xfrm>
          <a:off x="2625166" y="2231071"/>
          <a:ext cx="494033" cy="4940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CE929-39A7-498F-A00C-66ED6C3A4C81}">
      <dsp:nvSpPr>
        <dsp:cNvPr id="0" name=""/>
        <dsp:cNvSpPr/>
      </dsp:nvSpPr>
      <dsp:spPr>
        <a:xfrm>
          <a:off x="2166421" y="3176792"/>
          <a:ext cx="1411523" cy="564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Provide pricing strategy recommendations</a:t>
          </a:r>
        </a:p>
      </dsp:txBody>
      <dsp:txXfrm>
        <a:off x="2166421" y="3176792"/>
        <a:ext cx="1411523" cy="5646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897D0-D4DD-4BC3-95E4-3D3B08EC773D}">
      <dsp:nvSpPr>
        <dsp:cNvPr id="0" name=""/>
        <dsp:cNvSpPr/>
      </dsp:nvSpPr>
      <dsp:spPr>
        <a:xfrm>
          <a:off x="0" y="623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649DB-88A9-4E42-BAE6-0BBDD0BD355E}">
      <dsp:nvSpPr>
        <dsp:cNvPr id="0" name=""/>
        <dsp:cNvSpPr/>
      </dsp:nvSpPr>
      <dsp:spPr>
        <a:xfrm>
          <a:off x="0" y="623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Model</a:t>
          </a:r>
        </a:p>
      </dsp:txBody>
      <dsp:txXfrm>
        <a:off x="0" y="623"/>
        <a:ext cx="4869656" cy="567128"/>
      </dsp:txXfrm>
    </dsp:sp>
    <dsp:sp modelId="{7CC0F0EC-97FF-4A92-B1C2-B7CD7F7D4233}">
      <dsp:nvSpPr>
        <dsp:cNvPr id="0" name=""/>
        <dsp:cNvSpPr/>
      </dsp:nvSpPr>
      <dsp:spPr>
        <a:xfrm>
          <a:off x="0" y="567751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053FB-C220-4E04-A5ED-CF4FAE4819DE}">
      <dsp:nvSpPr>
        <dsp:cNvPr id="0" name=""/>
        <dsp:cNvSpPr/>
      </dsp:nvSpPr>
      <dsp:spPr>
        <a:xfrm>
          <a:off x="0" y="567751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Colour</a:t>
          </a:r>
        </a:p>
      </dsp:txBody>
      <dsp:txXfrm>
        <a:off x="0" y="567751"/>
        <a:ext cx="4869656" cy="567128"/>
      </dsp:txXfrm>
    </dsp:sp>
    <dsp:sp modelId="{33F8B95A-CF7C-4613-ACFC-F182CD2C0637}">
      <dsp:nvSpPr>
        <dsp:cNvPr id="0" name=""/>
        <dsp:cNvSpPr/>
      </dsp:nvSpPr>
      <dsp:spPr>
        <a:xfrm>
          <a:off x="0" y="1134879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4850A-3FFF-45F1-846B-3301AEFF153B}">
      <dsp:nvSpPr>
        <dsp:cNvPr id="0" name=""/>
        <dsp:cNvSpPr/>
      </dsp:nvSpPr>
      <dsp:spPr>
        <a:xfrm>
          <a:off x="0" y="1134879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Memory</a:t>
          </a:r>
        </a:p>
      </dsp:txBody>
      <dsp:txXfrm>
        <a:off x="0" y="1134879"/>
        <a:ext cx="4869656" cy="567128"/>
      </dsp:txXfrm>
    </dsp:sp>
    <dsp:sp modelId="{4B75DCC3-3419-4092-AC60-AB1D2CC5BA51}">
      <dsp:nvSpPr>
        <dsp:cNvPr id="0" name=""/>
        <dsp:cNvSpPr/>
      </dsp:nvSpPr>
      <dsp:spPr>
        <a:xfrm>
          <a:off x="0" y="1702007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290B6-D37D-4154-86A6-2C6DC5597D99}">
      <dsp:nvSpPr>
        <dsp:cNvPr id="0" name=""/>
        <dsp:cNvSpPr/>
      </dsp:nvSpPr>
      <dsp:spPr>
        <a:xfrm>
          <a:off x="0" y="1702007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RAM</a:t>
          </a:r>
        </a:p>
      </dsp:txBody>
      <dsp:txXfrm>
        <a:off x="0" y="1702007"/>
        <a:ext cx="4869656" cy="567128"/>
      </dsp:txXfrm>
    </dsp:sp>
    <dsp:sp modelId="{4945D4FF-1BB7-4174-ABA3-2A2DA22B2697}">
      <dsp:nvSpPr>
        <dsp:cNvPr id="0" name=""/>
        <dsp:cNvSpPr/>
      </dsp:nvSpPr>
      <dsp:spPr>
        <a:xfrm>
          <a:off x="0" y="2269135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4EDA5-BE96-4154-8113-6077699191D4}">
      <dsp:nvSpPr>
        <dsp:cNvPr id="0" name=""/>
        <dsp:cNvSpPr/>
      </dsp:nvSpPr>
      <dsp:spPr>
        <a:xfrm>
          <a:off x="0" y="2269135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Battery Capacity</a:t>
          </a:r>
        </a:p>
      </dsp:txBody>
      <dsp:txXfrm>
        <a:off x="0" y="2269135"/>
        <a:ext cx="4869656" cy="567128"/>
      </dsp:txXfrm>
    </dsp:sp>
    <dsp:sp modelId="{7CA92937-C423-44B4-82AD-182ABBC69B4A}">
      <dsp:nvSpPr>
        <dsp:cNvPr id="0" name=""/>
        <dsp:cNvSpPr/>
      </dsp:nvSpPr>
      <dsp:spPr>
        <a:xfrm>
          <a:off x="0" y="2836264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6CC85-E3E4-4F1B-85BB-0E5BAC820331}">
      <dsp:nvSpPr>
        <dsp:cNvPr id="0" name=""/>
        <dsp:cNvSpPr/>
      </dsp:nvSpPr>
      <dsp:spPr>
        <a:xfrm>
          <a:off x="0" y="2836264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Rear &amp; Front Camera</a:t>
          </a:r>
        </a:p>
      </dsp:txBody>
      <dsp:txXfrm>
        <a:off x="0" y="2836264"/>
        <a:ext cx="4869656" cy="567128"/>
      </dsp:txXfrm>
    </dsp:sp>
    <dsp:sp modelId="{ED0C5770-678D-425B-8DEA-9B3C8E768DB9}">
      <dsp:nvSpPr>
        <dsp:cNvPr id="0" name=""/>
        <dsp:cNvSpPr/>
      </dsp:nvSpPr>
      <dsp:spPr>
        <a:xfrm>
          <a:off x="0" y="3403392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F7B22-12DE-4904-9851-AF89731FE9EA}">
      <dsp:nvSpPr>
        <dsp:cNvPr id="0" name=""/>
        <dsp:cNvSpPr/>
      </dsp:nvSpPr>
      <dsp:spPr>
        <a:xfrm>
          <a:off x="0" y="3403392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Processor</a:t>
          </a:r>
        </a:p>
      </dsp:txBody>
      <dsp:txXfrm>
        <a:off x="0" y="3403392"/>
        <a:ext cx="4869656" cy="567128"/>
      </dsp:txXfrm>
    </dsp:sp>
    <dsp:sp modelId="{FC9F7D38-60B5-4C2C-94C4-1B7616B76D38}">
      <dsp:nvSpPr>
        <dsp:cNvPr id="0" name=""/>
        <dsp:cNvSpPr/>
      </dsp:nvSpPr>
      <dsp:spPr>
        <a:xfrm>
          <a:off x="0" y="3970520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EF8B8-6F7D-481A-8425-4529B7613207}">
      <dsp:nvSpPr>
        <dsp:cNvPr id="0" name=""/>
        <dsp:cNvSpPr/>
      </dsp:nvSpPr>
      <dsp:spPr>
        <a:xfrm>
          <a:off x="0" y="3970520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AI Lens</a:t>
          </a:r>
        </a:p>
      </dsp:txBody>
      <dsp:txXfrm>
        <a:off x="0" y="3970520"/>
        <a:ext cx="4869656" cy="567128"/>
      </dsp:txXfrm>
    </dsp:sp>
    <dsp:sp modelId="{F7D93C07-68B4-4B21-B5B5-E71C5DF67A39}">
      <dsp:nvSpPr>
        <dsp:cNvPr id="0" name=""/>
        <dsp:cNvSpPr/>
      </dsp:nvSpPr>
      <dsp:spPr>
        <a:xfrm>
          <a:off x="0" y="4537648"/>
          <a:ext cx="486965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D517B-F037-40EB-8068-583FFF1B3F5B}">
      <dsp:nvSpPr>
        <dsp:cNvPr id="0" name=""/>
        <dsp:cNvSpPr/>
      </dsp:nvSpPr>
      <dsp:spPr>
        <a:xfrm>
          <a:off x="0" y="4537648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Price (Target Variable)</a:t>
          </a:r>
        </a:p>
      </dsp:txBody>
      <dsp:txXfrm>
        <a:off x="0" y="4537648"/>
        <a:ext cx="4869656" cy="567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AA702-A330-4427-994E-5D94A0AA0DFD}">
      <dsp:nvSpPr>
        <dsp:cNvPr id="0" name=""/>
        <dsp:cNvSpPr/>
      </dsp:nvSpPr>
      <dsp:spPr>
        <a:xfrm>
          <a:off x="0" y="0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7B0B7-0C8C-4FC3-B591-501862DD9EDF}">
      <dsp:nvSpPr>
        <dsp:cNvPr id="0" name=""/>
        <dsp:cNvSpPr/>
      </dsp:nvSpPr>
      <dsp:spPr>
        <a:xfrm>
          <a:off x="0" y="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Checked data types and structure</a:t>
          </a:r>
        </a:p>
      </dsp:txBody>
      <dsp:txXfrm>
        <a:off x="0" y="0"/>
        <a:ext cx="4869656" cy="1276350"/>
      </dsp:txXfrm>
    </dsp:sp>
    <dsp:sp modelId="{7F2DF514-33BD-4F2B-8681-F28E89AE4E25}">
      <dsp:nvSpPr>
        <dsp:cNvPr id="0" name=""/>
        <dsp:cNvSpPr/>
      </dsp:nvSpPr>
      <dsp:spPr>
        <a:xfrm>
          <a:off x="0" y="1276350"/>
          <a:ext cx="48696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F0E0-BDEA-4DD5-9868-F17CB08F8A38}">
      <dsp:nvSpPr>
        <dsp:cNvPr id="0" name=""/>
        <dsp:cNvSpPr/>
      </dsp:nvSpPr>
      <dsp:spPr>
        <a:xfrm>
          <a:off x="0" y="12763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Identified numerical and categorical features</a:t>
          </a:r>
        </a:p>
      </dsp:txBody>
      <dsp:txXfrm>
        <a:off x="0" y="1276350"/>
        <a:ext cx="4869656" cy="1276350"/>
      </dsp:txXfrm>
    </dsp:sp>
    <dsp:sp modelId="{AB151165-10BD-40A9-9913-FD47722063A6}">
      <dsp:nvSpPr>
        <dsp:cNvPr id="0" name=""/>
        <dsp:cNvSpPr/>
      </dsp:nvSpPr>
      <dsp:spPr>
        <a:xfrm>
          <a:off x="0" y="2552700"/>
          <a:ext cx="48696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1B0EB-E331-43D4-84FA-99452CE87B01}">
      <dsp:nvSpPr>
        <dsp:cNvPr id="0" name=""/>
        <dsp:cNvSpPr/>
      </dsp:nvSpPr>
      <dsp:spPr>
        <a:xfrm>
          <a:off x="0" y="255270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Checked missing values</a:t>
          </a:r>
        </a:p>
      </dsp:txBody>
      <dsp:txXfrm>
        <a:off x="0" y="2552700"/>
        <a:ext cx="4869656" cy="1276350"/>
      </dsp:txXfrm>
    </dsp:sp>
    <dsp:sp modelId="{A18B860D-83B0-4FE2-8D04-79F285E89709}">
      <dsp:nvSpPr>
        <dsp:cNvPr id="0" name=""/>
        <dsp:cNvSpPr/>
      </dsp:nvSpPr>
      <dsp:spPr>
        <a:xfrm>
          <a:off x="0" y="3829050"/>
          <a:ext cx="48696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4E203-42BA-4BE1-81E9-406167ACDB5D}">
      <dsp:nvSpPr>
        <dsp:cNvPr id="0" name=""/>
        <dsp:cNvSpPr/>
      </dsp:nvSpPr>
      <dsp:spPr>
        <a:xfrm>
          <a:off x="0" y="38290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Analyzed price distribution</a:t>
          </a:r>
        </a:p>
      </dsp:txBody>
      <dsp:txXfrm>
        <a:off x="0" y="3829050"/>
        <a:ext cx="4869656" cy="12763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D50EE8-EFCF-491D-BB9F-C2F95B82FCAA}">
      <dsp:nvSpPr>
        <dsp:cNvPr id="0" name=""/>
        <dsp:cNvSpPr/>
      </dsp:nvSpPr>
      <dsp:spPr>
        <a:xfrm>
          <a:off x="317103" y="580115"/>
          <a:ext cx="984339" cy="98433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26357-DAA5-4F33-B730-AC61E1BC002B}">
      <dsp:nvSpPr>
        <dsp:cNvPr id="0" name=""/>
        <dsp:cNvSpPr/>
      </dsp:nvSpPr>
      <dsp:spPr>
        <a:xfrm>
          <a:off x="526880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617D2-12D8-463F-B580-DC2948C7B044}">
      <dsp:nvSpPr>
        <dsp:cNvPr id="0" name=""/>
        <dsp:cNvSpPr/>
      </dsp:nvSpPr>
      <dsp:spPr>
        <a:xfrm>
          <a:off x="2437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Correlation Analysis</a:t>
          </a:r>
        </a:p>
      </dsp:txBody>
      <dsp:txXfrm>
        <a:off x="2437" y="1871053"/>
        <a:ext cx="1613671" cy="645468"/>
      </dsp:txXfrm>
    </dsp:sp>
    <dsp:sp modelId="{12B76BBD-8219-43EF-BD2E-D936FDD35003}">
      <dsp:nvSpPr>
        <dsp:cNvPr id="0" name=""/>
        <dsp:cNvSpPr/>
      </dsp:nvSpPr>
      <dsp:spPr>
        <a:xfrm>
          <a:off x="2213167" y="580115"/>
          <a:ext cx="984339" cy="98433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96059-571A-4EAE-8A67-5AE054638753}">
      <dsp:nvSpPr>
        <dsp:cNvPr id="0" name=""/>
        <dsp:cNvSpPr/>
      </dsp:nvSpPr>
      <dsp:spPr>
        <a:xfrm>
          <a:off x="2422945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5D492-799B-40D1-9C69-5DBD8E04C98E}">
      <dsp:nvSpPr>
        <dsp:cNvPr id="0" name=""/>
        <dsp:cNvSpPr/>
      </dsp:nvSpPr>
      <dsp:spPr>
        <a:xfrm>
          <a:off x="1898501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Heatmap Visualization</a:t>
          </a:r>
        </a:p>
      </dsp:txBody>
      <dsp:txXfrm>
        <a:off x="1898501" y="1871053"/>
        <a:ext cx="1613671" cy="645468"/>
      </dsp:txXfrm>
    </dsp:sp>
    <dsp:sp modelId="{CE36F286-F30B-4D72-907D-8C8EF578E811}">
      <dsp:nvSpPr>
        <dsp:cNvPr id="0" name=""/>
        <dsp:cNvSpPr/>
      </dsp:nvSpPr>
      <dsp:spPr>
        <a:xfrm>
          <a:off x="4109232" y="580115"/>
          <a:ext cx="984339" cy="98433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E4191-8476-4793-AFD1-95D14EC01F79}">
      <dsp:nvSpPr>
        <dsp:cNvPr id="0" name=""/>
        <dsp:cNvSpPr/>
      </dsp:nvSpPr>
      <dsp:spPr>
        <a:xfrm>
          <a:off x="4319009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67706-8352-4615-A7A7-7165F54D545A}">
      <dsp:nvSpPr>
        <dsp:cNvPr id="0" name=""/>
        <dsp:cNvSpPr/>
      </dsp:nvSpPr>
      <dsp:spPr>
        <a:xfrm>
          <a:off x="3794566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Random Forest Feature Importance</a:t>
          </a:r>
        </a:p>
      </dsp:txBody>
      <dsp:txXfrm>
        <a:off x="3794566" y="1871053"/>
        <a:ext cx="1613671" cy="645468"/>
      </dsp:txXfrm>
    </dsp:sp>
    <dsp:sp modelId="{C648A70D-9591-446B-B318-A35848AEF8B1}">
      <dsp:nvSpPr>
        <dsp:cNvPr id="0" name=""/>
        <dsp:cNvSpPr/>
      </dsp:nvSpPr>
      <dsp:spPr>
        <a:xfrm>
          <a:off x="6005296" y="580115"/>
          <a:ext cx="984339" cy="98433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C4560-BEF2-490F-BCF7-FF333AF382D3}">
      <dsp:nvSpPr>
        <dsp:cNvPr id="0" name=""/>
        <dsp:cNvSpPr/>
      </dsp:nvSpPr>
      <dsp:spPr>
        <a:xfrm>
          <a:off x="6215074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40567-3A4E-42CC-B38A-092911865F5F}">
      <dsp:nvSpPr>
        <dsp:cNvPr id="0" name=""/>
        <dsp:cNvSpPr/>
      </dsp:nvSpPr>
      <dsp:spPr>
        <a:xfrm>
          <a:off x="5690630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Selected most influential features</a:t>
          </a:r>
        </a:p>
      </dsp:txBody>
      <dsp:txXfrm>
        <a:off x="5690630" y="1871053"/>
        <a:ext cx="1613671" cy="645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DBF23-A64B-4DB9-86D1-F1AC02060BD3}">
      <dsp:nvSpPr>
        <dsp:cNvPr id="0" name=""/>
        <dsp:cNvSpPr/>
      </dsp:nvSpPr>
      <dsp:spPr>
        <a:xfrm>
          <a:off x="0" y="1582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EA8EB-A4B4-435B-B0D6-F8A0A616F5BA}">
      <dsp:nvSpPr>
        <dsp:cNvPr id="0" name=""/>
        <dsp:cNvSpPr/>
      </dsp:nvSpPr>
      <dsp:spPr>
        <a:xfrm>
          <a:off x="0" y="1582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RAM – Very High Impact</a:t>
          </a:r>
        </a:p>
      </dsp:txBody>
      <dsp:txXfrm>
        <a:off x="0" y="1582"/>
        <a:ext cx="7306740" cy="539580"/>
      </dsp:txXfrm>
    </dsp:sp>
    <dsp:sp modelId="{AAD6CCCC-0441-40CC-8D29-235B697441E8}">
      <dsp:nvSpPr>
        <dsp:cNvPr id="0" name=""/>
        <dsp:cNvSpPr/>
      </dsp:nvSpPr>
      <dsp:spPr>
        <a:xfrm>
          <a:off x="0" y="541162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03B60-F91D-495D-B772-3F276456FB97}">
      <dsp:nvSpPr>
        <dsp:cNvPr id="0" name=""/>
        <dsp:cNvSpPr/>
      </dsp:nvSpPr>
      <dsp:spPr>
        <a:xfrm>
          <a:off x="0" y="541162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Internal Memory – High Impact</a:t>
          </a:r>
        </a:p>
      </dsp:txBody>
      <dsp:txXfrm>
        <a:off x="0" y="541162"/>
        <a:ext cx="7306740" cy="539580"/>
      </dsp:txXfrm>
    </dsp:sp>
    <dsp:sp modelId="{036D74B6-0E18-47EE-8D53-021DCF666188}">
      <dsp:nvSpPr>
        <dsp:cNvPr id="0" name=""/>
        <dsp:cNvSpPr/>
      </dsp:nvSpPr>
      <dsp:spPr>
        <a:xfrm>
          <a:off x="0" y="1080743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72E30-3B8E-4E6E-B0A8-CCCF9B78B134}">
      <dsp:nvSpPr>
        <dsp:cNvPr id="0" name=""/>
        <dsp:cNvSpPr/>
      </dsp:nvSpPr>
      <dsp:spPr>
        <a:xfrm>
          <a:off x="0" y="1080743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Processor – High Impact</a:t>
          </a:r>
        </a:p>
      </dsp:txBody>
      <dsp:txXfrm>
        <a:off x="0" y="1080743"/>
        <a:ext cx="7306740" cy="539580"/>
      </dsp:txXfrm>
    </dsp:sp>
    <dsp:sp modelId="{32A863DD-D001-41CC-9FF1-C42989BBB360}">
      <dsp:nvSpPr>
        <dsp:cNvPr id="0" name=""/>
        <dsp:cNvSpPr/>
      </dsp:nvSpPr>
      <dsp:spPr>
        <a:xfrm>
          <a:off x="0" y="1620323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E89BB-09A6-44D9-94CD-EC2BE573424C}">
      <dsp:nvSpPr>
        <dsp:cNvPr id="0" name=""/>
        <dsp:cNvSpPr/>
      </dsp:nvSpPr>
      <dsp:spPr>
        <a:xfrm>
          <a:off x="0" y="1620323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Rear Camera – Medium to High Impact</a:t>
          </a:r>
        </a:p>
      </dsp:txBody>
      <dsp:txXfrm>
        <a:off x="0" y="1620323"/>
        <a:ext cx="7306740" cy="539580"/>
      </dsp:txXfrm>
    </dsp:sp>
    <dsp:sp modelId="{EB197A4C-B9BF-4EE8-ABF6-790ABB3D7E43}">
      <dsp:nvSpPr>
        <dsp:cNvPr id="0" name=""/>
        <dsp:cNvSpPr/>
      </dsp:nvSpPr>
      <dsp:spPr>
        <a:xfrm>
          <a:off x="0" y="2159903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E83C6-DC90-4858-B52A-97E9C12D651F}">
      <dsp:nvSpPr>
        <dsp:cNvPr id="0" name=""/>
        <dsp:cNvSpPr/>
      </dsp:nvSpPr>
      <dsp:spPr>
        <a:xfrm>
          <a:off x="0" y="2159903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Battery Capacity – Medium Impact</a:t>
          </a:r>
        </a:p>
      </dsp:txBody>
      <dsp:txXfrm>
        <a:off x="0" y="2159903"/>
        <a:ext cx="7306740" cy="539580"/>
      </dsp:txXfrm>
    </dsp:sp>
    <dsp:sp modelId="{1EC1AD29-5422-4815-B63E-65E267F6FDCA}">
      <dsp:nvSpPr>
        <dsp:cNvPr id="0" name=""/>
        <dsp:cNvSpPr/>
      </dsp:nvSpPr>
      <dsp:spPr>
        <a:xfrm>
          <a:off x="0" y="2699484"/>
          <a:ext cx="73067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CE244-2AE1-4B3D-BE87-2375B3DDD62C}">
      <dsp:nvSpPr>
        <dsp:cNvPr id="0" name=""/>
        <dsp:cNvSpPr/>
      </dsp:nvSpPr>
      <dsp:spPr>
        <a:xfrm>
          <a:off x="0" y="2699484"/>
          <a:ext cx="7306740" cy="53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Colour – Low Impact</a:t>
          </a:r>
        </a:p>
      </dsp:txBody>
      <dsp:txXfrm>
        <a:off x="0" y="2699484"/>
        <a:ext cx="7306740" cy="539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6E97A-C4E9-4F5B-8EAB-5DEF7128C2F8}">
      <dsp:nvSpPr>
        <dsp:cNvPr id="0" name=""/>
        <dsp:cNvSpPr/>
      </dsp:nvSpPr>
      <dsp:spPr>
        <a:xfrm>
          <a:off x="317103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73F02-0CF5-45C7-A617-CE3FDF678B7D}">
      <dsp:nvSpPr>
        <dsp:cNvPr id="0" name=""/>
        <dsp:cNvSpPr/>
      </dsp:nvSpPr>
      <dsp:spPr>
        <a:xfrm>
          <a:off x="526880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29F0F-E584-4024-9AB3-E27F9542824A}">
      <dsp:nvSpPr>
        <dsp:cNvPr id="0" name=""/>
        <dsp:cNvSpPr/>
      </dsp:nvSpPr>
      <dsp:spPr>
        <a:xfrm>
          <a:off x="2437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Train-Test Split (80-20)</a:t>
          </a:r>
        </a:p>
      </dsp:txBody>
      <dsp:txXfrm>
        <a:off x="2437" y="1943057"/>
        <a:ext cx="1613671" cy="645468"/>
      </dsp:txXfrm>
    </dsp:sp>
    <dsp:sp modelId="{A8BA081B-5556-4837-B01D-F7A7FFB2E46C}">
      <dsp:nvSpPr>
        <dsp:cNvPr id="0" name=""/>
        <dsp:cNvSpPr/>
      </dsp:nvSpPr>
      <dsp:spPr>
        <a:xfrm>
          <a:off x="2213167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D0738-36BA-4420-91BB-4508766AC088}">
      <dsp:nvSpPr>
        <dsp:cNvPr id="0" name=""/>
        <dsp:cNvSpPr/>
      </dsp:nvSpPr>
      <dsp:spPr>
        <a:xfrm>
          <a:off x="2422945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949C1-4080-4780-B146-B02C0A2F349A}">
      <dsp:nvSpPr>
        <dsp:cNvPr id="0" name=""/>
        <dsp:cNvSpPr/>
      </dsp:nvSpPr>
      <dsp:spPr>
        <a:xfrm>
          <a:off x="1898501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Linear Regression Model</a:t>
          </a:r>
        </a:p>
      </dsp:txBody>
      <dsp:txXfrm>
        <a:off x="1898501" y="1943057"/>
        <a:ext cx="1613671" cy="645468"/>
      </dsp:txXfrm>
    </dsp:sp>
    <dsp:sp modelId="{518D3991-6AC2-427C-B78D-9FA8F1B39E09}">
      <dsp:nvSpPr>
        <dsp:cNvPr id="0" name=""/>
        <dsp:cNvSpPr/>
      </dsp:nvSpPr>
      <dsp:spPr>
        <a:xfrm>
          <a:off x="4109232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9E1C0-0DC8-44ED-85FA-328E38977305}">
      <dsp:nvSpPr>
        <dsp:cNvPr id="0" name=""/>
        <dsp:cNvSpPr/>
      </dsp:nvSpPr>
      <dsp:spPr>
        <a:xfrm>
          <a:off x="4319009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2A6EE-C4BE-43FB-94DE-2EF1591F1DDA}">
      <dsp:nvSpPr>
        <dsp:cNvPr id="0" name=""/>
        <dsp:cNvSpPr/>
      </dsp:nvSpPr>
      <dsp:spPr>
        <a:xfrm>
          <a:off x="3794566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Random Forest Regressor</a:t>
          </a:r>
        </a:p>
      </dsp:txBody>
      <dsp:txXfrm>
        <a:off x="3794566" y="1943057"/>
        <a:ext cx="1613671" cy="645468"/>
      </dsp:txXfrm>
    </dsp:sp>
    <dsp:sp modelId="{3093B27F-7FBE-4B8E-A2CB-1F50C1E5FF45}">
      <dsp:nvSpPr>
        <dsp:cNvPr id="0" name=""/>
        <dsp:cNvSpPr/>
      </dsp:nvSpPr>
      <dsp:spPr>
        <a:xfrm>
          <a:off x="6005296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5F636-08AF-4C77-9DBC-46A8570E36DF}">
      <dsp:nvSpPr>
        <dsp:cNvPr id="0" name=""/>
        <dsp:cNvSpPr/>
      </dsp:nvSpPr>
      <dsp:spPr>
        <a:xfrm>
          <a:off x="6215074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EBBBA-9EE8-4669-98CE-397860DE3448}">
      <dsp:nvSpPr>
        <dsp:cNvPr id="0" name=""/>
        <dsp:cNvSpPr/>
      </dsp:nvSpPr>
      <dsp:spPr>
        <a:xfrm>
          <a:off x="5690630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Compared performance metrics</a:t>
          </a:r>
        </a:p>
      </dsp:txBody>
      <dsp:txXfrm>
        <a:off x="5690630" y="1943057"/>
        <a:ext cx="1613671" cy="6454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41115-784F-4B68-9DAC-7D3EBA5C91EA}">
      <dsp:nvSpPr>
        <dsp:cNvPr id="0" name=""/>
        <dsp:cNvSpPr/>
      </dsp:nvSpPr>
      <dsp:spPr>
        <a:xfrm>
          <a:off x="317103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E2702-C49E-4AF4-B3AF-F6F6C328F4F2}">
      <dsp:nvSpPr>
        <dsp:cNvPr id="0" name=""/>
        <dsp:cNvSpPr/>
      </dsp:nvSpPr>
      <dsp:spPr>
        <a:xfrm>
          <a:off x="526880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3C493-E215-48B1-A648-BF189B4A2720}">
      <dsp:nvSpPr>
        <dsp:cNvPr id="0" name=""/>
        <dsp:cNvSpPr/>
      </dsp:nvSpPr>
      <dsp:spPr>
        <a:xfrm>
          <a:off x="2437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Mean Absolute Error (MAE)</a:t>
          </a:r>
        </a:p>
      </dsp:txBody>
      <dsp:txXfrm>
        <a:off x="2437" y="1943057"/>
        <a:ext cx="1613671" cy="645468"/>
      </dsp:txXfrm>
    </dsp:sp>
    <dsp:sp modelId="{41F90655-74AC-4207-A6AA-11006636A865}">
      <dsp:nvSpPr>
        <dsp:cNvPr id="0" name=""/>
        <dsp:cNvSpPr/>
      </dsp:nvSpPr>
      <dsp:spPr>
        <a:xfrm>
          <a:off x="2213167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55ED7-EEEA-4A0F-94C0-38E9B506A9CF}">
      <dsp:nvSpPr>
        <dsp:cNvPr id="0" name=""/>
        <dsp:cNvSpPr/>
      </dsp:nvSpPr>
      <dsp:spPr>
        <a:xfrm>
          <a:off x="2422945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3CD0A-8C8D-4FE3-BE5E-1FBA5B4FDDE3}">
      <dsp:nvSpPr>
        <dsp:cNvPr id="0" name=""/>
        <dsp:cNvSpPr/>
      </dsp:nvSpPr>
      <dsp:spPr>
        <a:xfrm>
          <a:off x="1898501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Root Mean Squared Error (RMSE)</a:t>
          </a:r>
        </a:p>
      </dsp:txBody>
      <dsp:txXfrm>
        <a:off x="1898501" y="1943057"/>
        <a:ext cx="1613671" cy="645468"/>
      </dsp:txXfrm>
    </dsp:sp>
    <dsp:sp modelId="{BA464C1F-1612-4F78-8BFA-BC7800B53387}">
      <dsp:nvSpPr>
        <dsp:cNvPr id="0" name=""/>
        <dsp:cNvSpPr/>
      </dsp:nvSpPr>
      <dsp:spPr>
        <a:xfrm>
          <a:off x="4109232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5C2ED-68AF-4D68-8A86-EBB4D62BF626}">
      <dsp:nvSpPr>
        <dsp:cNvPr id="0" name=""/>
        <dsp:cNvSpPr/>
      </dsp:nvSpPr>
      <dsp:spPr>
        <a:xfrm>
          <a:off x="4319009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00B15-9F3C-42F1-835C-57BEDC98E98A}">
      <dsp:nvSpPr>
        <dsp:cNvPr id="0" name=""/>
        <dsp:cNvSpPr/>
      </dsp:nvSpPr>
      <dsp:spPr>
        <a:xfrm>
          <a:off x="3794566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Random Forest performed better</a:t>
          </a:r>
        </a:p>
      </dsp:txBody>
      <dsp:txXfrm>
        <a:off x="3794566" y="1943057"/>
        <a:ext cx="1613671" cy="645468"/>
      </dsp:txXfrm>
    </dsp:sp>
    <dsp:sp modelId="{8288E4D1-EF02-4B05-9EDC-2476526236DF}">
      <dsp:nvSpPr>
        <dsp:cNvPr id="0" name=""/>
        <dsp:cNvSpPr/>
      </dsp:nvSpPr>
      <dsp:spPr>
        <a:xfrm>
          <a:off x="6005296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83DF8-A9D7-45BD-A135-91A05A77B257}">
      <dsp:nvSpPr>
        <dsp:cNvPr id="0" name=""/>
        <dsp:cNvSpPr/>
      </dsp:nvSpPr>
      <dsp:spPr>
        <a:xfrm>
          <a:off x="6215074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AE904-B7C1-457A-A581-F816E859C365}">
      <dsp:nvSpPr>
        <dsp:cNvPr id="0" name=""/>
        <dsp:cNvSpPr/>
      </dsp:nvSpPr>
      <dsp:spPr>
        <a:xfrm>
          <a:off x="5690630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Model provides accurate price predictions</a:t>
          </a:r>
        </a:p>
      </dsp:txBody>
      <dsp:txXfrm>
        <a:off x="5690630" y="1943057"/>
        <a:ext cx="1613671" cy="6454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134FF-3A9A-453C-8BFB-1052FF13E389}">
      <dsp:nvSpPr>
        <dsp:cNvPr id="0" name=""/>
        <dsp:cNvSpPr/>
      </dsp:nvSpPr>
      <dsp:spPr>
        <a:xfrm>
          <a:off x="446197" y="813463"/>
          <a:ext cx="726152" cy="726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B546C-5328-4AE1-A9D8-1ACD14F51CA4}">
      <dsp:nvSpPr>
        <dsp:cNvPr id="0" name=""/>
        <dsp:cNvSpPr/>
      </dsp:nvSpPr>
      <dsp:spPr>
        <a:xfrm>
          <a:off x="2437" y="178171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Technical specifications drive pricing</a:t>
          </a:r>
        </a:p>
      </dsp:txBody>
      <dsp:txXfrm>
        <a:off x="2437" y="1781714"/>
        <a:ext cx="1613671" cy="645468"/>
      </dsp:txXfrm>
    </dsp:sp>
    <dsp:sp modelId="{FCA3A4B4-EC6D-4B6B-B6B1-D9FB19EB9EA3}">
      <dsp:nvSpPr>
        <dsp:cNvPr id="0" name=""/>
        <dsp:cNvSpPr/>
      </dsp:nvSpPr>
      <dsp:spPr>
        <a:xfrm>
          <a:off x="2342261" y="813463"/>
          <a:ext cx="726152" cy="726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05058-721A-4A66-886B-728C2755F9CB}">
      <dsp:nvSpPr>
        <dsp:cNvPr id="0" name=""/>
        <dsp:cNvSpPr/>
      </dsp:nvSpPr>
      <dsp:spPr>
        <a:xfrm>
          <a:off x="1898501" y="178171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Higher RAM &amp; Processor increase price significantly</a:t>
          </a:r>
        </a:p>
      </dsp:txBody>
      <dsp:txXfrm>
        <a:off x="1898501" y="1781714"/>
        <a:ext cx="1613671" cy="645468"/>
      </dsp:txXfrm>
    </dsp:sp>
    <dsp:sp modelId="{A664A7D7-D104-41E9-B44B-017FC0B1CC72}">
      <dsp:nvSpPr>
        <dsp:cNvPr id="0" name=""/>
        <dsp:cNvSpPr/>
      </dsp:nvSpPr>
      <dsp:spPr>
        <a:xfrm>
          <a:off x="4238326" y="813463"/>
          <a:ext cx="726152" cy="726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E19B9-B16A-41D2-A158-289BF47EA88A}">
      <dsp:nvSpPr>
        <dsp:cNvPr id="0" name=""/>
        <dsp:cNvSpPr/>
      </dsp:nvSpPr>
      <dsp:spPr>
        <a:xfrm>
          <a:off x="3794566" y="178171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Camera improvements increase premium pricing</a:t>
          </a:r>
        </a:p>
      </dsp:txBody>
      <dsp:txXfrm>
        <a:off x="3794566" y="1781714"/>
        <a:ext cx="1613671" cy="645468"/>
      </dsp:txXfrm>
    </dsp:sp>
    <dsp:sp modelId="{5CF47E28-06C0-40A8-A35D-7256649EB30B}">
      <dsp:nvSpPr>
        <dsp:cNvPr id="0" name=""/>
        <dsp:cNvSpPr/>
      </dsp:nvSpPr>
      <dsp:spPr>
        <a:xfrm>
          <a:off x="6134390" y="813463"/>
          <a:ext cx="726152" cy="726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6ADB7-47FC-4352-ABB1-3A6605CB95F8}">
      <dsp:nvSpPr>
        <dsp:cNvPr id="0" name=""/>
        <dsp:cNvSpPr/>
      </dsp:nvSpPr>
      <dsp:spPr>
        <a:xfrm>
          <a:off x="5690630" y="178171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Cosmetic features have minimal impact</a:t>
          </a:r>
        </a:p>
      </dsp:txBody>
      <dsp:txXfrm>
        <a:off x="5690630" y="1781714"/>
        <a:ext cx="1613671" cy="6454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90F3-A27D-424B-8C64-71471E395A34}">
      <dsp:nvSpPr>
        <dsp:cNvPr id="0" name=""/>
        <dsp:cNvSpPr/>
      </dsp:nvSpPr>
      <dsp:spPr>
        <a:xfrm>
          <a:off x="660566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73570-4E70-4BA8-9891-831EDD4D3119}">
      <dsp:nvSpPr>
        <dsp:cNvPr id="0" name=""/>
        <dsp:cNvSpPr/>
      </dsp:nvSpPr>
      <dsp:spPr>
        <a:xfrm>
          <a:off x="60046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Focus pricing strategy on RAM &amp; Processor</a:t>
          </a:r>
        </a:p>
      </dsp:txBody>
      <dsp:txXfrm>
        <a:off x="60046" y="1559736"/>
        <a:ext cx="2183707" cy="720000"/>
      </dsp:txXfrm>
    </dsp:sp>
    <dsp:sp modelId="{7794CDB7-6675-4626-9D53-391B04852DEB}">
      <dsp:nvSpPr>
        <dsp:cNvPr id="0" name=""/>
        <dsp:cNvSpPr/>
      </dsp:nvSpPr>
      <dsp:spPr>
        <a:xfrm>
          <a:off x="3226421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0CDD3-5133-4D03-8DCA-FFD09932F5C0}">
      <dsp:nvSpPr>
        <dsp:cNvPr id="0" name=""/>
        <dsp:cNvSpPr/>
      </dsp:nvSpPr>
      <dsp:spPr>
        <a:xfrm>
          <a:off x="2625902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Promote high camera specs for premium segment</a:t>
          </a:r>
        </a:p>
      </dsp:txBody>
      <dsp:txXfrm>
        <a:off x="2625902" y="1559736"/>
        <a:ext cx="2183707" cy="720000"/>
      </dsp:txXfrm>
    </dsp:sp>
    <dsp:sp modelId="{9F3478FA-71B5-4D85-834A-E26683980E42}">
      <dsp:nvSpPr>
        <dsp:cNvPr id="0" name=""/>
        <dsp:cNvSpPr/>
      </dsp:nvSpPr>
      <dsp:spPr>
        <a:xfrm>
          <a:off x="660566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030CB-5D61-40B2-AE13-99BA54851F48}">
      <dsp:nvSpPr>
        <dsp:cNvPr id="0" name=""/>
        <dsp:cNvSpPr/>
      </dsp:nvSpPr>
      <dsp:spPr>
        <a:xfrm>
          <a:off x="60046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Battery capacity as supporting feature</a:t>
          </a:r>
        </a:p>
      </dsp:txBody>
      <dsp:txXfrm>
        <a:off x="60046" y="4114655"/>
        <a:ext cx="2183707" cy="720000"/>
      </dsp:txXfrm>
    </dsp:sp>
    <dsp:sp modelId="{691F228F-A096-4785-A73A-BDAB07E71F48}">
      <dsp:nvSpPr>
        <dsp:cNvPr id="0" name=""/>
        <dsp:cNvSpPr/>
      </dsp:nvSpPr>
      <dsp:spPr>
        <a:xfrm>
          <a:off x="3226421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9541E-708F-4800-A41E-5295741D7E75}">
      <dsp:nvSpPr>
        <dsp:cNvPr id="0" name=""/>
        <dsp:cNvSpPr/>
      </dsp:nvSpPr>
      <dsp:spPr>
        <a:xfrm>
          <a:off x="2625902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Do not overprice based on colour variants</a:t>
          </a:r>
        </a:p>
      </dsp:txBody>
      <dsp:txXfrm>
        <a:off x="2625902" y="4114655"/>
        <a:ext cx="2183707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9AE63-DED9-4C04-A093-8A375DB2481B}">
      <dsp:nvSpPr>
        <dsp:cNvPr id="0" name=""/>
        <dsp:cNvSpPr/>
      </dsp:nvSpPr>
      <dsp:spPr>
        <a:xfrm>
          <a:off x="317103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62254D-955C-45AB-8AB7-E3A3C55EC9F5}">
      <dsp:nvSpPr>
        <dsp:cNvPr id="0" name=""/>
        <dsp:cNvSpPr/>
      </dsp:nvSpPr>
      <dsp:spPr>
        <a:xfrm>
          <a:off x="526880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693B4-A4AB-4231-9ED5-2D4FE903E172}">
      <dsp:nvSpPr>
        <dsp:cNvPr id="0" name=""/>
        <dsp:cNvSpPr/>
      </dsp:nvSpPr>
      <dsp:spPr>
        <a:xfrm>
          <a:off x="2437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Successfully built price prediction model</a:t>
          </a:r>
        </a:p>
      </dsp:txBody>
      <dsp:txXfrm>
        <a:off x="2437" y="1943057"/>
        <a:ext cx="1613671" cy="645468"/>
      </dsp:txXfrm>
    </dsp:sp>
    <dsp:sp modelId="{14BFFD13-6DE0-433A-9F63-0FB4A1016A0D}">
      <dsp:nvSpPr>
        <dsp:cNvPr id="0" name=""/>
        <dsp:cNvSpPr/>
      </dsp:nvSpPr>
      <dsp:spPr>
        <a:xfrm>
          <a:off x="2213167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47781-11AB-45A0-9FC2-E56C9B95CC14}">
      <dsp:nvSpPr>
        <dsp:cNvPr id="0" name=""/>
        <dsp:cNvSpPr/>
      </dsp:nvSpPr>
      <dsp:spPr>
        <a:xfrm>
          <a:off x="2422945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6CB69-8F63-4F03-B773-941C657A03C0}">
      <dsp:nvSpPr>
        <dsp:cNvPr id="0" name=""/>
        <dsp:cNvSpPr/>
      </dsp:nvSpPr>
      <dsp:spPr>
        <a:xfrm>
          <a:off x="1898501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• Identified key influential features</a:t>
          </a:r>
        </a:p>
      </dsp:txBody>
      <dsp:txXfrm>
        <a:off x="1898501" y="1943057"/>
        <a:ext cx="1613671" cy="645468"/>
      </dsp:txXfrm>
    </dsp:sp>
    <dsp:sp modelId="{B86B2BFC-AC32-434A-9A31-6277C249B1D9}">
      <dsp:nvSpPr>
        <dsp:cNvPr id="0" name=""/>
        <dsp:cNvSpPr/>
      </dsp:nvSpPr>
      <dsp:spPr>
        <a:xfrm>
          <a:off x="4109232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BCBC9-25B4-478B-8D04-CB7CB091D67F}">
      <dsp:nvSpPr>
        <dsp:cNvPr id="0" name=""/>
        <dsp:cNvSpPr/>
      </dsp:nvSpPr>
      <dsp:spPr>
        <a:xfrm>
          <a:off x="4319009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DF297-67A5-443F-A3A7-8D2D52CE0A41}">
      <dsp:nvSpPr>
        <dsp:cNvPr id="0" name=""/>
        <dsp:cNvSpPr/>
      </dsp:nvSpPr>
      <dsp:spPr>
        <a:xfrm>
          <a:off x="3794566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Random Forest model gives best results</a:t>
          </a:r>
        </a:p>
      </dsp:txBody>
      <dsp:txXfrm>
        <a:off x="3794566" y="1943057"/>
        <a:ext cx="1613671" cy="645468"/>
      </dsp:txXfrm>
    </dsp:sp>
    <dsp:sp modelId="{A2086225-F6BD-428E-830A-37670A6D6D68}">
      <dsp:nvSpPr>
        <dsp:cNvPr id="0" name=""/>
        <dsp:cNvSpPr/>
      </dsp:nvSpPr>
      <dsp:spPr>
        <a:xfrm>
          <a:off x="6005296" y="652120"/>
          <a:ext cx="984339" cy="9843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6B8A1-4A74-4C52-90DB-A8498E431467}">
      <dsp:nvSpPr>
        <dsp:cNvPr id="0" name=""/>
        <dsp:cNvSpPr/>
      </dsp:nvSpPr>
      <dsp:spPr>
        <a:xfrm>
          <a:off x="6215074" y="861897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4EDEB-1C9A-4362-B7B5-F304A0CD67F5}">
      <dsp:nvSpPr>
        <dsp:cNvPr id="0" name=""/>
        <dsp:cNvSpPr/>
      </dsp:nvSpPr>
      <dsp:spPr>
        <a:xfrm>
          <a:off x="5690630" y="1943057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Insights help improve pricing strategy</a:t>
          </a:r>
        </a:p>
      </dsp:txBody>
      <dsp:txXfrm>
        <a:off x="5690630" y="1943057"/>
        <a:ext cx="1613671" cy="645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19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6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2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6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7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6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2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8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84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13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0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84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77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28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867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4225" y="648930"/>
            <a:ext cx="4793042" cy="334733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Feature Extraction and Price Prediction for Mobile Phones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4225" y="3996267"/>
            <a:ext cx="4793042" cy="1887008"/>
          </a:xfrm>
        </p:spPr>
        <p:txBody>
          <a:bodyPr>
            <a:normAutofit/>
          </a:bodyPr>
          <a:lstStyle/>
          <a:p>
            <a:r>
              <a:rPr lang="en-IN"/>
              <a:t>Project 4</a:t>
            </a:r>
          </a:p>
          <a:p>
            <a:r>
              <a:rPr lang="en-US"/>
              <a:t>KAUSHAL KUMAR</a:t>
            </a:r>
          </a:p>
          <a:p>
            <a:r>
              <a:rPr lang="en-IN"/>
              <a:t>Deadline: 10th March 2026</a:t>
            </a:r>
            <a:endParaRPr lang="en-IN" dirty="0"/>
          </a:p>
        </p:txBody>
      </p:sp>
      <p:pic>
        <p:nvPicPr>
          <p:cNvPr id="5" name="Picture 4" descr="Hand on a tablet with digital signs">
            <a:extLst>
              <a:ext uri="{FF2B5EF4-FFF2-40B4-BE49-F238E27FC236}">
                <a16:creationId xmlns:a16="http://schemas.microsoft.com/office/drawing/2014/main" id="{9147045E-63CE-004D-8C57-DDA9B60F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53" r="2574" b="-1"/>
          <a:stretch>
            <a:fillRect/>
          </a:stretch>
        </p:blipFill>
        <p:spPr>
          <a:xfrm>
            <a:off x="733163" y="1182311"/>
            <a:ext cx="2505892" cy="4205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rPr lang="en-IN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BDA22A-6BF9-8B65-2280-2329A31D8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245526"/>
              </p:ext>
            </p:extLst>
          </p:nvPr>
        </p:nvGraphicFramePr>
        <p:xfrm>
          <a:off x="2882900" y="2048933"/>
          <a:ext cx="5744367" cy="3742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B91F0C-544A-B008-567A-841A0963E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38354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32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FFFF"/>
                </a:solidFill>
              </a:rPr>
              <a:t>Data Exploration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5767A2-340C-2D57-9EBF-60C433415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136530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CF6CC4E-F8AE-46B8-AF42-C264DA9FF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AEAD399-3691-4CD7-B52B-C9B09436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10AD751-06FB-4939-907D-5875B9B6B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34E01E2-CF3B-4438-B865-7B0F1D946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1779656F-F5D3-4C3F-A487-6302E3652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472999E-58E4-45E0-8214-7F53A2270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38931F4-BE0D-49CA-A368-314C02CCB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2E5BB-919A-40FD-A827-BD46B43A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685800"/>
            <a:ext cx="2109288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/>
              <a:t>Data Exploration 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96327-12D9-437F-8EB0-3EA41D6D9FC3}"/>
              </a:ext>
            </a:extLst>
          </p:cNvPr>
          <p:cNvSpPr txBox="1"/>
          <p:nvPr/>
        </p:nvSpPr>
        <p:spPr>
          <a:xfrm>
            <a:off x="951309" y="2324099"/>
            <a:ext cx="2109290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b="1" dirty="0"/>
              <a:t> The right-skewed histogram will have a long tail on the right-hand side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600" dirty="0"/>
          </a:p>
        </p:txBody>
      </p: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2D6217BA-2280-4A9E-9B69-707DF5052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93190-CCE1-A1F8-FC1A-66051EEEE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71" y="977105"/>
            <a:ext cx="5161397" cy="460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8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45B6-8BA1-DFE1-D67E-59C73814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60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BRAND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VS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PRICE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7524B-7163-DDB7-CED8-CCBFA318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27" y="377101"/>
            <a:ext cx="6152055" cy="4522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EEAB40-C99F-0291-EA66-CBDD41D6352B}"/>
              </a:ext>
            </a:extLst>
          </p:cNvPr>
          <p:cNvSpPr txBox="1"/>
          <p:nvPr/>
        </p:nvSpPr>
        <p:spPr>
          <a:xfrm>
            <a:off x="3097161" y="5595256"/>
            <a:ext cx="5508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Some brands tend to have higher price ranges compared to others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1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29E7-A11E-D7DA-4799-BC90918B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09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RAM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VS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PRICE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29CFA-1739-680C-4DBE-AE04DF66F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93" y="149446"/>
            <a:ext cx="6519685" cy="4297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64E8F7-0A46-4CB9-D786-67CC1EEC57ED}"/>
              </a:ext>
            </a:extLst>
          </p:cNvPr>
          <p:cNvSpPr txBox="1"/>
          <p:nvPr/>
        </p:nvSpPr>
        <p:spPr>
          <a:xfrm>
            <a:off x="2136627" y="5043948"/>
            <a:ext cx="669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Phones with higher RAM generally have higher prices.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6157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50AA-1A63-28D7-F6E8-AB65486D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1081548"/>
            <a:ext cx="2500121" cy="15043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400" b="1" dirty="0"/>
              <a:t>BATTREY</a:t>
            </a:r>
            <a:br>
              <a:rPr lang="en-US" sz="3400" b="1" dirty="0"/>
            </a:br>
            <a:r>
              <a:rPr lang="en-US" sz="3400" b="1" dirty="0"/>
              <a:t>VS</a:t>
            </a:r>
            <a:br>
              <a:rPr lang="en-US" sz="3400" b="1" dirty="0"/>
            </a:br>
            <a:r>
              <a:rPr lang="en-US" sz="3400" b="1" dirty="0"/>
              <a:t>PRICE</a:t>
            </a:r>
            <a:br>
              <a:rPr lang="en-US" sz="3400" b="1" dirty="0"/>
            </a:br>
            <a:endParaRPr lang="en-US" sz="3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89449-FD62-3500-0055-7C56C94E811A}"/>
              </a:ext>
            </a:extLst>
          </p:cNvPr>
          <p:cNvSpPr txBox="1"/>
          <p:nvPr/>
        </p:nvSpPr>
        <p:spPr>
          <a:xfrm>
            <a:off x="808433" y="2666999"/>
            <a:ext cx="2500122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b="1" dirty="0"/>
              <a:t> Phones with larger battery   capacity often fall in higher price categories.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ABC5F-374D-061F-D436-67733DE0E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644" y="1569355"/>
            <a:ext cx="5607175" cy="370073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883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rPr dirty="0"/>
              <a:t> Handled missing values</a:t>
            </a:r>
          </a:p>
          <a:p>
            <a:r>
              <a:rPr dirty="0"/>
              <a:t> Removed outliers</a:t>
            </a:r>
          </a:p>
          <a:p>
            <a:r>
              <a:rPr dirty="0"/>
              <a:t> Converted categorical variables using </a:t>
            </a:r>
            <a:r>
              <a:rPr lang="en-US" dirty="0"/>
              <a:t>     </a:t>
            </a:r>
            <a:r>
              <a:rPr dirty="0"/>
              <a:t>One-Hot Encoding</a:t>
            </a:r>
          </a:p>
          <a:p>
            <a:r>
              <a:rPr dirty="0"/>
              <a:t> Prepared dataset for modeling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EF0AF4FE-B8F9-2C56-BC38-1E0D317EC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15" r="36633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rPr lang="en-IN"/>
              <a:t>Feature Extraction Techniques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39A11-FC85-9904-9D3C-4187A28A5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291359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4452257"/>
            <a:ext cx="7306739" cy="1384980"/>
          </a:xfrm>
        </p:spPr>
        <p:txBody>
          <a:bodyPr>
            <a:normAutofit/>
          </a:bodyPr>
          <a:lstStyle/>
          <a:p>
            <a:r>
              <a:rPr lang="en-IN"/>
              <a:t>Most Important Features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52A27C3-EB34-F7CD-118A-F071CCECB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588782"/>
              </p:ext>
            </p:extLst>
          </p:nvPr>
        </p:nvGraphicFramePr>
        <p:xfrm>
          <a:off x="1320528" y="865761"/>
          <a:ext cx="7306740" cy="32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ACC5E7-DE8F-6F43-A159-05637702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929" y="-245807"/>
            <a:ext cx="5553038" cy="15043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Feature Importance Graph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CB8E0-FA8E-9688-E522-86D41583110E}"/>
              </a:ext>
            </a:extLst>
          </p:cNvPr>
          <p:cNvSpPr txBox="1"/>
          <p:nvPr/>
        </p:nvSpPr>
        <p:spPr>
          <a:xfrm>
            <a:off x="1113233" y="2666999"/>
            <a:ext cx="2500122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b="1" dirty="0"/>
              <a:t> This graph shows the top 10 features that influence the price the most according to the model.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AAD78-17CA-4287-D9B2-680008A4C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4" y="1503853"/>
            <a:ext cx="4680743" cy="341694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9242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8" y="173271"/>
            <a:ext cx="7306739" cy="1384980"/>
          </a:xfrm>
        </p:spPr>
        <p:txBody>
          <a:bodyPr>
            <a:normAutofit/>
          </a:bodyPr>
          <a:lstStyle/>
          <a:p>
            <a:r>
              <a:rPr lang="en-IN" b="1" dirty="0"/>
              <a:t>Model Building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278F43-659B-4457-4E4E-AD290D739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237966"/>
              </p:ext>
            </p:extLst>
          </p:nvPr>
        </p:nvGraphicFramePr>
        <p:xfrm>
          <a:off x="1340192" y="2104624"/>
          <a:ext cx="7306740" cy="32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045" y="173271"/>
            <a:ext cx="7306739" cy="1384980"/>
          </a:xfrm>
        </p:spPr>
        <p:txBody>
          <a:bodyPr>
            <a:normAutofit/>
          </a:bodyPr>
          <a:lstStyle/>
          <a:p>
            <a:r>
              <a:rPr lang="en-IN" b="1" dirty="0"/>
              <a:t>Model Evaluation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B24E4A-056D-2065-FC51-BBCDFA242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263873"/>
              </p:ext>
            </p:extLst>
          </p:nvPr>
        </p:nvGraphicFramePr>
        <p:xfrm>
          <a:off x="1320528" y="2655232"/>
          <a:ext cx="7306740" cy="32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871" y="342373"/>
            <a:ext cx="7306739" cy="1384980"/>
          </a:xfrm>
        </p:spPr>
        <p:txBody>
          <a:bodyPr>
            <a:normAutofit/>
          </a:bodyPr>
          <a:lstStyle/>
          <a:p>
            <a:r>
              <a:rPr lang="en-IN" b="1" dirty="0"/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46A052-BB65-3CBA-1FED-B0D5A29C1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522848"/>
              </p:ext>
            </p:extLst>
          </p:nvPr>
        </p:nvGraphicFramePr>
        <p:xfrm>
          <a:off x="1241871" y="1890001"/>
          <a:ext cx="7306740" cy="32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8" y="685800"/>
            <a:ext cx="2302579" cy="5105400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FFFFFF"/>
                </a:solidFill>
              </a:rPr>
              <a:t>Business Recommendations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1412D9-D21F-A62F-3942-A0C0367C6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905588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883" y="312876"/>
            <a:ext cx="7306739" cy="1384980"/>
          </a:xfrm>
        </p:spPr>
        <p:txBody>
          <a:bodyPr>
            <a:normAutofit/>
          </a:bodyPr>
          <a:lstStyle/>
          <a:p>
            <a:r>
              <a:rPr lang="en-IN" b="1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B15DEB-3F2B-1CC7-C27D-3C7394087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302579"/>
              </p:ext>
            </p:extLst>
          </p:nvPr>
        </p:nvGraphicFramePr>
        <p:xfrm>
          <a:off x="1202541" y="2350432"/>
          <a:ext cx="7306740" cy="32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4097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1938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6F040-2F8F-D3FF-4E43-C00D89CE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493" y="755904"/>
            <a:ext cx="5783269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100" b="1"/>
              <a:t>THANK YOU NEXTHIKE GIVE ME OPPORTUNITUY</a:t>
            </a:r>
          </a:p>
        </p:txBody>
      </p:sp>
    </p:spTree>
    <p:extLst>
      <p:ext uri="{BB962C8B-B14F-4D97-AF65-F5344CB8AC3E}">
        <p14:creationId xmlns:p14="http://schemas.microsoft.com/office/powerpoint/2010/main" val="409460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102</TotalTime>
  <Words>401</Words>
  <Application>Microsoft Office PowerPoint</Application>
  <PresentationFormat>On-screen Show (4:3)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Corbel</vt:lpstr>
      <vt:lpstr>Parallax</vt:lpstr>
      <vt:lpstr>Feature Extraction and Price Prediction for Mobile Phones</vt:lpstr>
      <vt:lpstr>Project Objective</vt:lpstr>
      <vt:lpstr>Dataset Description</vt:lpstr>
      <vt:lpstr>Data Exploration</vt:lpstr>
      <vt:lpstr>Data Exploration Graph</vt:lpstr>
      <vt:lpstr>BRAND  VS  PRICE</vt:lpstr>
      <vt:lpstr>RAM  VS PRICE</vt:lpstr>
      <vt:lpstr>BATTREY VS PRICE </vt:lpstr>
      <vt:lpstr>Data Preprocessing</vt:lpstr>
      <vt:lpstr>Feature Extraction Techniques</vt:lpstr>
      <vt:lpstr>Most Important Features</vt:lpstr>
      <vt:lpstr>Feature Importance Graph </vt:lpstr>
      <vt:lpstr>Model Building</vt:lpstr>
      <vt:lpstr>Model Evaluation Metrics</vt:lpstr>
      <vt:lpstr>Key Insights</vt:lpstr>
      <vt:lpstr>Business Recommendations</vt:lpstr>
      <vt:lpstr>Conclusion</vt:lpstr>
      <vt:lpstr>THANK YOU NEXTHIKE GIVE ME OPPORTUNITUY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Kaushal Rishabh dhiman</dc:creator>
  <cp:keywords/>
  <dc:description>generated using python-pptx</dc:description>
  <cp:lastModifiedBy>Kaushal Rishabh dhiman</cp:lastModifiedBy>
  <cp:revision>3</cp:revision>
  <dcterms:created xsi:type="dcterms:W3CDTF">2013-01-27T09:14:16Z</dcterms:created>
  <dcterms:modified xsi:type="dcterms:W3CDTF">2026-03-09T20:06:20Z</dcterms:modified>
  <cp:category/>
</cp:coreProperties>
</file>